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4" r:id="rId2"/>
    <p:sldId id="257" r:id="rId3"/>
    <p:sldId id="258" r:id="rId4"/>
    <p:sldId id="259" r:id="rId5"/>
    <p:sldId id="265" r:id="rId6"/>
    <p:sldId id="261" r:id="rId7"/>
    <p:sldId id="262" r:id="rId8"/>
  </p:sldIdLst>
  <p:sldSz cx="13106400" cy="737235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Presentación</a:t>
            </a:r>
          </a:p>
          <a:p>
            <a:r>
              <a:t>Tiempo: 0:30. Expositor sugerido: Lautaro.</a:t>
            </a:r>
          </a:p>
          <a:p>
            <a:endParaRPr/>
          </a:p>
          <a:p>
            <a:r>
              <a:t>Somos Lautaro y Mariano. Desarrollamos Almacén de Bolsillo para organizar la actividad cotidiana de pequeños comercios desde el celular. Para mostrar qué resuelve, vamos a seguir un caso ficticio y recorrer una compra y una venta. La portada contiene textos y formas editables y capturas reales de Dashboard y Productos, insertadas como imágenes independientes que pueden reemplazarse.</a:t>
            </a:r>
          </a:p>
          <a:p>
            <a:endParaRPr/>
          </a:p>
          <a:p>
            <a:r>
              <a:t>Fuentes del proyecto: README.md; docs/GuiaDePantallas.md.</a:t>
            </a:r>
          </a:p>
          <a:p>
            <a:r>
              <a:t>Caso de Juan y cantidades: ejemplo ficticio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2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3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4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9128-19D9-FA56-0841-26F0DE2B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3E459-E68B-3838-741C-4D100C816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E6260-203A-12CC-D373-6909E03F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4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962C-B412-4EF2-8C1C-2C280DD0EE1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192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6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7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F440A2F-FE94-4100-905C-DB6CD5E6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40" y="2785110"/>
            <a:ext cx="10485120" cy="106489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91D648-8BC3-473D-A138-A28AE386D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960" y="4054793"/>
            <a:ext cx="9174480" cy="8191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511299-B835-47C1-9194-C30484BDE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40" y="3071813"/>
            <a:ext cx="10485120" cy="12287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12B167-7E80-4EB9-BAD1-04577FB4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" y="573405"/>
            <a:ext cx="11631930" cy="9010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59FE2DC-A996-431C-9EA8-ABFBC95C4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235" y="2047875"/>
            <a:ext cx="1163193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6EF1B1C-51CF-4623-878F-6B0D3DEB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" y="573405"/>
            <a:ext cx="11631930" cy="9010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D883854-46B1-4A5D-9703-B35979B69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235" y="2047875"/>
            <a:ext cx="540639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0F052A2-8061-419A-AD11-5DC286D28D2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62775" y="2047875"/>
            <a:ext cx="540639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395A24D-A0F4-41CB-9D35-30FCBD64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" y="573405"/>
            <a:ext cx="11631930" cy="9010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EB14EA-F514-4999-84CE-E4512845F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235" y="2047875"/>
            <a:ext cx="540639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lipse 36">
            <a:extLst>
              <a:ext uri="{FF2B5EF4-FFF2-40B4-BE49-F238E27FC236}">
                <a16:creationId xmlns:a16="http://schemas.microsoft.com/office/drawing/2014/main" id="{284C8882-4BAF-44FE-8493-846C678FA2FC}"/>
              </a:ext>
            </a:extLst>
          </p:cNvPr>
          <p:cNvSpPr>
            <a:spLocks noGrp="1"/>
          </p:cNvSpPr>
          <p:nvPr/>
        </p:nvSpPr>
        <p:spPr>
          <a:xfrm>
            <a:off x="6502003" y="-1331118"/>
            <a:ext cx="8703469" cy="8857059"/>
          </a:xfrm>
          <a:prstGeom prst="ellipse">
            <a:avLst/>
          </a:prstGeom>
          <a:solidFill>
            <a:srgbClr val="E4F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5689C1D-7796-4B55-BADC-4CAEDE23DD07}"/>
              </a:ext>
            </a:extLst>
          </p:cNvPr>
          <p:cNvSpPr>
            <a:spLocks noGrp="1"/>
          </p:cNvSpPr>
          <p:nvPr/>
        </p:nvSpPr>
        <p:spPr>
          <a:xfrm>
            <a:off x="7986712" y="-1023938"/>
            <a:ext cx="7577138" cy="7781925"/>
          </a:xfrm>
          <a:prstGeom prst="ellipse">
            <a:avLst/>
          </a:prstGeom>
          <a:solidFill>
            <a:srgbClr val="BEDB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2014165-909F-49F0-A78B-9776A790B5BB}"/>
              </a:ext>
            </a:extLst>
          </p:cNvPr>
          <p:cNvSpPr>
            <a:spLocks noGrp="1"/>
          </p:cNvSpPr>
          <p:nvPr/>
        </p:nvSpPr>
        <p:spPr>
          <a:xfrm>
            <a:off x="8857059" y="1003459"/>
            <a:ext cx="5426869" cy="5375672"/>
          </a:xfrm>
          <a:prstGeom prst="ellipse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76FDECA-164F-4B20-BA1D-9DC834B2F189}"/>
              </a:ext>
            </a:extLst>
          </p:cNvPr>
          <p:cNvSpPr>
            <a:spLocks noGrp="1"/>
          </p:cNvSpPr>
          <p:nvPr/>
        </p:nvSpPr>
        <p:spPr>
          <a:xfrm>
            <a:off x="6757987" y="3583781"/>
            <a:ext cx="3071813" cy="2150269"/>
          </a:xfrm>
          <a:prstGeom prst="ellipse">
            <a:avLst/>
          </a:prstGeom>
          <a:solidFill>
            <a:srgbClr val="2284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764FB0-2C85-49A9-8DBB-058A5E6D8B8F}"/>
              </a:ext>
            </a:extLst>
          </p:cNvPr>
          <p:cNvSpPr>
            <a:spLocks noGrp="1"/>
          </p:cNvSpPr>
          <p:nvPr/>
        </p:nvSpPr>
        <p:spPr>
          <a:xfrm>
            <a:off x="0" y="6092428"/>
            <a:ext cx="13106400" cy="20479"/>
          </a:xfrm>
          <a:prstGeom prst="rect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4257F7-F071-479D-87DF-D9071B3F6B8C}"/>
              </a:ext>
            </a:extLst>
          </p:cNvPr>
          <p:cNvSpPr>
            <a:spLocks noGrp="1"/>
          </p:cNvSpPr>
          <p:nvPr/>
        </p:nvSpPr>
        <p:spPr>
          <a:xfrm>
            <a:off x="532448" y="860108"/>
            <a:ext cx="6962775" cy="130040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400" b="1">
                <a:solidFill>
                  <a:srgbClr val="061A35"/>
                </a:solidFill>
              </a:defRPr>
            </a:defPPr>
            <a:lvl1pPr>
              <a:defRPr sz="8400" b="1">
                <a:solidFill>
                  <a:srgbClr val="061A35"/>
                </a:solidFill>
              </a:defRPr>
            </a:lvl1pPr>
            <a:lvl2pPr>
              <a:defRPr sz="8400" b="1">
                <a:solidFill>
                  <a:srgbClr val="061A35"/>
                </a:solidFill>
              </a:defRPr>
            </a:lvl2pPr>
            <a:lvl3pPr>
              <a:defRPr sz="8400" b="1">
                <a:solidFill>
                  <a:srgbClr val="061A35"/>
                </a:solidFill>
              </a:defRPr>
            </a:lvl3pPr>
            <a:lvl4pPr>
              <a:defRPr sz="8400" b="1">
                <a:solidFill>
                  <a:srgbClr val="061A35"/>
                </a:solidFill>
              </a:defRPr>
            </a:lvl4pPr>
            <a:lvl5pPr>
              <a:defRPr sz="8400" b="1">
                <a:solidFill>
                  <a:srgbClr val="061A35"/>
                </a:solidFill>
              </a:defRPr>
            </a:lvl5pPr>
            <a:lvl6pPr>
              <a:defRPr sz="8400" b="1">
                <a:solidFill>
                  <a:srgbClr val="061A35"/>
                </a:solidFill>
              </a:defRPr>
            </a:lvl6pPr>
            <a:lvl7pPr>
              <a:defRPr sz="8400" b="1">
                <a:solidFill>
                  <a:srgbClr val="061A35"/>
                </a:solidFill>
              </a:defRPr>
            </a:lvl7pPr>
            <a:lvl8pPr>
              <a:defRPr sz="8400" b="1">
                <a:solidFill>
                  <a:srgbClr val="061A35"/>
                </a:solidFill>
              </a:defRPr>
            </a:lvl8pPr>
            <a:lvl9pPr>
              <a:defRPr sz="8400" b="1">
                <a:solidFill>
                  <a:srgbClr val="061A35"/>
                </a:solidFill>
              </a:defRPr>
            </a:lvl9pPr>
          </a:lstStyle>
          <a:p>
            <a:pPr defTabSz="982980">
              <a:defRPr sz="8400" b="1">
                <a:solidFill>
                  <a:srgbClr val="061A35"/>
                </a:solidFill>
              </a:defRPr>
            </a:pPr>
            <a:r>
              <a:rPr lang="es-ES" sz="9030" b="0" noProof="1">
                <a:latin typeface="Aptos ExtraBold" panose="020B0004020202020204" pitchFamily="34" charset="0"/>
              </a:rPr>
              <a:t>Almacén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165DC9-DFEC-4266-BB43-D3EC7C07C8FA}"/>
              </a:ext>
            </a:extLst>
          </p:cNvPr>
          <p:cNvSpPr>
            <a:spLocks noGrp="1"/>
          </p:cNvSpPr>
          <p:nvPr/>
        </p:nvSpPr>
        <p:spPr>
          <a:xfrm>
            <a:off x="532448" y="2088832"/>
            <a:ext cx="6962775" cy="124920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650" b="1">
                <a:solidFill>
                  <a:srgbClr val="0860FF"/>
                </a:solidFill>
              </a:defRPr>
            </a:defPPr>
            <a:lvl1pPr>
              <a:defRPr sz="7650" b="1">
                <a:solidFill>
                  <a:srgbClr val="0860FF"/>
                </a:solidFill>
              </a:defRPr>
            </a:lvl1pPr>
            <a:lvl2pPr>
              <a:defRPr sz="7650" b="1">
                <a:solidFill>
                  <a:srgbClr val="0860FF"/>
                </a:solidFill>
              </a:defRPr>
            </a:lvl2pPr>
            <a:lvl3pPr>
              <a:defRPr sz="7650" b="1">
                <a:solidFill>
                  <a:srgbClr val="0860FF"/>
                </a:solidFill>
              </a:defRPr>
            </a:lvl3pPr>
            <a:lvl4pPr>
              <a:defRPr sz="7650" b="1">
                <a:solidFill>
                  <a:srgbClr val="0860FF"/>
                </a:solidFill>
              </a:defRPr>
            </a:lvl4pPr>
            <a:lvl5pPr>
              <a:defRPr sz="7650" b="1">
                <a:solidFill>
                  <a:srgbClr val="0860FF"/>
                </a:solidFill>
              </a:defRPr>
            </a:lvl5pPr>
            <a:lvl6pPr>
              <a:defRPr sz="7650" b="1">
                <a:solidFill>
                  <a:srgbClr val="0860FF"/>
                </a:solidFill>
              </a:defRPr>
            </a:lvl6pPr>
            <a:lvl7pPr>
              <a:defRPr sz="7650" b="1">
                <a:solidFill>
                  <a:srgbClr val="0860FF"/>
                </a:solidFill>
              </a:defRPr>
            </a:lvl7pPr>
            <a:lvl8pPr>
              <a:defRPr sz="7650" b="1">
                <a:solidFill>
                  <a:srgbClr val="0860FF"/>
                </a:solidFill>
              </a:defRPr>
            </a:lvl8pPr>
            <a:lvl9pPr>
              <a:defRPr sz="7650" b="1">
                <a:solidFill>
                  <a:srgbClr val="0860FF"/>
                </a:solidFill>
              </a:defRPr>
            </a:lvl9pPr>
          </a:lstStyle>
          <a:p>
            <a:pPr defTabSz="982980">
              <a:defRPr sz="7650" b="1">
                <a:solidFill>
                  <a:srgbClr val="0860FF"/>
                </a:solidFill>
              </a:defRPr>
            </a:pPr>
            <a:r>
              <a:rPr lang="es-ES" sz="8224" b="0" noProof="1">
                <a:latin typeface="Aptos ExtraBold" panose="020B0004020202020204" pitchFamily="34" charset="0"/>
              </a:rPr>
              <a:t>de bolsillo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195334-F588-42C8-9A45-706CEBA5610D}"/>
              </a:ext>
            </a:extLst>
          </p:cNvPr>
          <p:cNvSpPr>
            <a:spLocks noGrp="1"/>
          </p:cNvSpPr>
          <p:nvPr/>
        </p:nvSpPr>
        <p:spPr>
          <a:xfrm>
            <a:off x="573405" y="3297079"/>
            <a:ext cx="6757988" cy="59388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536B91"/>
                </a:solidFill>
              </a:defRPr>
            </a:defPPr>
            <a:lvl1pPr>
              <a:defRPr sz="2550" b="1">
                <a:solidFill>
                  <a:srgbClr val="536B91"/>
                </a:solidFill>
              </a:defRPr>
            </a:lvl1pPr>
            <a:lvl2pPr>
              <a:defRPr sz="2550" b="1">
                <a:solidFill>
                  <a:srgbClr val="536B91"/>
                </a:solidFill>
              </a:defRPr>
            </a:lvl2pPr>
            <a:lvl3pPr>
              <a:defRPr sz="2550" b="1">
                <a:solidFill>
                  <a:srgbClr val="536B91"/>
                </a:solidFill>
              </a:defRPr>
            </a:lvl3pPr>
            <a:lvl4pPr>
              <a:defRPr sz="2550" b="1">
                <a:solidFill>
                  <a:srgbClr val="536B91"/>
                </a:solidFill>
              </a:defRPr>
            </a:lvl4pPr>
            <a:lvl5pPr>
              <a:defRPr sz="2550" b="1">
                <a:solidFill>
                  <a:srgbClr val="536B91"/>
                </a:solidFill>
              </a:defRPr>
            </a:lvl5pPr>
            <a:lvl6pPr>
              <a:defRPr sz="2550" b="1">
                <a:solidFill>
                  <a:srgbClr val="536B91"/>
                </a:solidFill>
              </a:defRPr>
            </a:lvl6pPr>
            <a:lvl7pPr>
              <a:defRPr sz="2550" b="1">
                <a:solidFill>
                  <a:srgbClr val="536B91"/>
                </a:solidFill>
              </a:defRPr>
            </a:lvl7pPr>
            <a:lvl8pPr>
              <a:defRPr sz="2550" b="1">
                <a:solidFill>
                  <a:srgbClr val="536B91"/>
                </a:solidFill>
              </a:defRPr>
            </a:lvl8pPr>
            <a:lvl9pPr>
              <a:defRPr sz="2550" b="1">
                <a:solidFill>
                  <a:srgbClr val="536B91"/>
                </a:solidFill>
              </a:defRPr>
            </a:lvl9pPr>
          </a:lstStyle>
          <a:p>
            <a:pPr defTabSz="982980">
              <a:defRPr sz="2550" b="1">
                <a:solidFill>
                  <a:srgbClr val="536B91"/>
                </a:solidFill>
              </a:defRPr>
            </a:pPr>
            <a:r>
              <a:rPr lang="es-ES" sz="2741" noProof="1">
                <a:latin typeface="Aptos"/>
              </a:rPr>
              <a:t>Presentación del proyecto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FCE8866-3852-4DF2-BD2C-939B8DBA9B48}"/>
              </a:ext>
            </a:extLst>
          </p:cNvPr>
          <p:cNvSpPr>
            <a:spLocks noGrp="1"/>
          </p:cNvSpPr>
          <p:nvPr/>
        </p:nvSpPr>
        <p:spPr>
          <a:xfrm>
            <a:off x="645081" y="3911442"/>
            <a:ext cx="5856922" cy="71676"/>
          </a:xfrm>
          <a:prstGeom prst="roundRect">
            <a:avLst>
              <a:gd name="adj" fmla="val 50000"/>
            </a:avLst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68F065-7DA9-4F5F-9B17-FB776F942EB3}"/>
              </a:ext>
            </a:extLst>
          </p:cNvPr>
          <p:cNvSpPr>
            <a:spLocks noGrp="1"/>
          </p:cNvSpPr>
          <p:nvPr/>
        </p:nvSpPr>
        <p:spPr>
          <a:xfrm>
            <a:off x="573405" y="4126468"/>
            <a:ext cx="6655594" cy="36861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061A35"/>
                </a:solidFill>
              </a:defRPr>
            </a:defPPr>
            <a:lvl1pPr>
              <a:defRPr sz="1650" b="0">
                <a:solidFill>
                  <a:srgbClr val="061A35"/>
                </a:solidFill>
              </a:defRPr>
            </a:lvl1pPr>
            <a:lvl2pPr>
              <a:defRPr sz="1650" b="0">
                <a:solidFill>
                  <a:srgbClr val="061A35"/>
                </a:solidFill>
              </a:defRPr>
            </a:lvl2pPr>
            <a:lvl3pPr>
              <a:defRPr sz="1650" b="0">
                <a:solidFill>
                  <a:srgbClr val="061A35"/>
                </a:solidFill>
              </a:defRPr>
            </a:lvl3pPr>
            <a:lvl4pPr>
              <a:defRPr sz="1650" b="0">
                <a:solidFill>
                  <a:srgbClr val="061A35"/>
                </a:solidFill>
              </a:defRPr>
            </a:lvl4pPr>
            <a:lvl5pPr>
              <a:defRPr sz="1650" b="0">
                <a:solidFill>
                  <a:srgbClr val="061A35"/>
                </a:solidFill>
              </a:defRPr>
            </a:lvl5pPr>
            <a:lvl6pPr>
              <a:defRPr sz="1650" b="0">
                <a:solidFill>
                  <a:srgbClr val="061A35"/>
                </a:solidFill>
              </a:defRPr>
            </a:lvl6pPr>
            <a:lvl7pPr>
              <a:defRPr sz="1650" b="0">
                <a:solidFill>
                  <a:srgbClr val="061A35"/>
                </a:solidFill>
              </a:defRPr>
            </a:lvl7pPr>
            <a:lvl8pPr>
              <a:defRPr sz="1650" b="0">
                <a:solidFill>
                  <a:srgbClr val="061A35"/>
                </a:solidFill>
              </a:defRPr>
            </a:lvl8pPr>
            <a:lvl9pPr>
              <a:defRPr sz="1650" b="0">
                <a:solidFill>
                  <a:srgbClr val="061A35"/>
                </a:solidFill>
              </a:defRPr>
            </a:lvl9pPr>
          </a:lstStyle>
          <a:p>
            <a:pPr defTabSz="982980">
              <a:defRPr sz="1650" b="0">
                <a:solidFill>
                  <a:srgbClr val="061A35"/>
                </a:solidFill>
              </a:defRPr>
            </a:pPr>
            <a:r>
              <a:rPr lang="es-ES" sz="1774" noProof="1">
                <a:latin typeface="Aptos"/>
              </a:rPr>
              <a:t>App móvil multiplataforma desarrollada con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7AA905-3751-4167-80B0-A88826649EF1}"/>
              </a:ext>
            </a:extLst>
          </p:cNvPr>
          <p:cNvSpPr>
            <a:spLocks noGrp="1"/>
          </p:cNvSpPr>
          <p:nvPr/>
        </p:nvSpPr>
        <p:spPr>
          <a:xfrm>
            <a:off x="573405" y="4433650"/>
            <a:ext cx="3071813" cy="378857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860FF"/>
                </a:solidFill>
              </a:defRPr>
            </a:defPPr>
            <a:lvl1pPr>
              <a:defRPr sz="1725" b="1">
                <a:solidFill>
                  <a:srgbClr val="0860FF"/>
                </a:solidFill>
              </a:defRPr>
            </a:lvl1pPr>
            <a:lvl2pPr>
              <a:defRPr sz="1725" b="1">
                <a:solidFill>
                  <a:srgbClr val="0860FF"/>
                </a:solidFill>
              </a:defRPr>
            </a:lvl2pPr>
            <a:lvl3pPr>
              <a:defRPr sz="1725" b="1">
                <a:solidFill>
                  <a:srgbClr val="0860FF"/>
                </a:solidFill>
              </a:defRPr>
            </a:lvl3pPr>
            <a:lvl4pPr>
              <a:defRPr sz="1725" b="1">
                <a:solidFill>
                  <a:srgbClr val="0860FF"/>
                </a:solidFill>
              </a:defRPr>
            </a:lvl4pPr>
            <a:lvl5pPr>
              <a:defRPr sz="1725" b="1">
                <a:solidFill>
                  <a:srgbClr val="0860FF"/>
                </a:solidFill>
              </a:defRPr>
            </a:lvl5pPr>
            <a:lvl6pPr>
              <a:defRPr sz="1725" b="1">
                <a:solidFill>
                  <a:srgbClr val="0860FF"/>
                </a:solidFill>
              </a:defRPr>
            </a:lvl6pPr>
            <a:lvl7pPr>
              <a:defRPr sz="1725" b="1">
                <a:solidFill>
                  <a:srgbClr val="0860FF"/>
                </a:solidFill>
              </a:defRPr>
            </a:lvl7pPr>
            <a:lvl8pPr>
              <a:defRPr sz="1725" b="1">
                <a:solidFill>
                  <a:srgbClr val="0860FF"/>
                </a:solidFill>
              </a:defRPr>
            </a:lvl8pPr>
            <a:lvl9pPr>
              <a:defRPr sz="1725" b="1">
                <a:solidFill>
                  <a:srgbClr val="0860FF"/>
                </a:solidFill>
              </a:defRPr>
            </a:lvl9pPr>
          </a:lstStyle>
          <a:p>
            <a:pPr defTabSz="982980">
              <a:defRPr sz="1725" b="1">
                <a:solidFill>
                  <a:srgbClr val="0860FF"/>
                </a:solidFill>
              </a:defRPr>
            </a:pPr>
            <a:r>
              <a:rPr lang="es-ES" sz="1854" noProof="1">
                <a:latin typeface="Aptos"/>
              </a:rPr>
              <a:t>React Native + Expo,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FC6681-822C-494C-B0EB-369451D9A151}"/>
              </a:ext>
            </a:extLst>
          </p:cNvPr>
          <p:cNvSpPr>
            <a:spLocks noGrp="1"/>
          </p:cNvSpPr>
          <p:nvPr/>
        </p:nvSpPr>
        <p:spPr>
          <a:xfrm>
            <a:off x="2918222" y="4443889"/>
            <a:ext cx="4249341" cy="378857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>
            <a:pPr defTabSz="982980">
              <a:defRPr sz="1575" b="0">
                <a:solidFill>
                  <a:srgbClr val="536B91"/>
                </a:solidFill>
              </a:defRPr>
            </a:pPr>
            <a:r>
              <a:rPr lang="es-ES" sz="1693" noProof="1">
                <a:latin typeface="Aptos"/>
              </a:rPr>
              <a:t>compatible con dispositivos móviles.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C07CFBB-A17F-4085-B762-64EA298B0583}"/>
              </a:ext>
            </a:extLst>
          </p:cNvPr>
          <p:cNvSpPr>
            <a:spLocks noGrp="1"/>
          </p:cNvSpPr>
          <p:nvPr/>
        </p:nvSpPr>
        <p:spPr>
          <a:xfrm>
            <a:off x="634841" y="5048012"/>
            <a:ext cx="573405" cy="573405"/>
          </a:xfrm>
          <a:prstGeom prst="ellipse">
            <a:avLst/>
          </a:prstGeom>
          <a:solidFill>
            <a:srgbClr val="D7E9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5F24970-6EAE-424F-9F55-3A5AB5E82125}"/>
              </a:ext>
            </a:extLst>
          </p:cNvPr>
          <p:cNvSpPr>
            <a:spLocks noGrp="1"/>
          </p:cNvSpPr>
          <p:nvPr/>
        </p:nvSpPr>
        <p:spPr>
          <a:xfrm>
            <a:off x="2273141" y="5048012"/>
            <a:ext cx="573405" cy="573405"/>
          </a:xfrm>
          <a:prstGeom prst="ellipse">
            <a:avLst/>
          </a:prstGeom>
          <a:solidFill>
            <a:srgbClr val="D7E9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9C3A01A-954A-4E7E-82EC-A0505A7A21A8}"/>
              </a:ext>
            </a:extLst>
          </p:cNvPr>
          <p:cNvSpPr>
            <a:spLocks noGrp="1"/>
          </p:cNvSpPr>
          <p:nvPr/>
        </p:nvSpPr>
        <p:spPr>
          <a:xfrm>
            <a:off x="4454128" y="5048012"/>
            <a:ext cx="573405" cy="573405"/>
          </a:xfrm>
          <a:prstGeom prst="ellipse">
            <a:avLst/>
          </a:prstGeom>
          <a:solidFill>
            <a:srgbClr val="D7E9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A9F7EE2-3E2C-49FB-8841-39CEEB41F641}"/>
              </a:ext>
            </a:extLst>
          </p:cNvPr>
          <p:cNvSpPr>
            <a:spLocks noGrp="1"/>
          </p:cNvSpPr>
          <p:nvPr/>
        </p:nvSpPr>
        <p:spPr>
          <a:xfrm>
            <a:off x="2047876" y="5160645"/>
            <a:ext cx="10239" cy="348139"/>
          </a:xfrm>
          <a:prstGeom prst="rect">
            <a:avLst/>
          </a:prstGeom>
          <a:solidFill>
            <a:srgbClr val="ABC7EE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BB11F53-2831-4F72-A8E7-DB95A067FA76}"/>
              </a:ext>
            </a:extLst>
          </p:cNvPr>
          <p:cNvSpPr>
            <a:spLocks noGrp="1"/>
          </p:cNvSpPr>
          <p:nvPr/>
        </p:nvSpPr>
        <p:spPr>
          <a:xfrm>
            <a:off x="4277583" y="5160645"/>
            <a:ext cx="10239" cy="348139"/>
          </a:xfrm>
          <a:prstGeom prst="rect">
            <a:avLst/>
          </a:prstGeom>
          <a:solidFill>
            <a:srgbClr val="ABC7EE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BD5823E-72CE-41F3-8617-87B009B33132}"/>
              </a:ext>
            </a:extLst>
          </p:cNvPr>
          <p:cNvSpPr>
            <a:spLocks noGrp="1"/>
          </p:cNvSpPr>
          <p:nvPr/>
        </p:nvSpPr>
        <p:spPr>
          <a:xfrm>
            <a:off x="829389" y="5181124"/>
            <a:ext cx="184309" cy="296942"/>
          </a:xfrm>
          <a:prstGeom prst="roundRect">
            <a:avLst>
              <a:gd name="adj" fmla="val 44444"/>
            </a:avLst>
          </a:prstGeom>
          <a:noFill/>
          <a:ln w="23813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3971B8B-C499-4FAB-9B17-ED226C8C24EB}"/>
              </a:ext>
            </a:extLst>
          </p:cNvPr>
          <p:cNvSpPr>
            <a:spLocks noGrp="1"/>
          </p:cNvSpPr>
          <p:nvPr/>
        </p:nvSpPr>
        <p:spPr>
          <a:xfrm>
            <a:off x="901065" y="5426869"/>
            <a:ext cx="40958" cy="30718"/>
          </a:xfrm>
          <a:prstGeom prst="ellipse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864C10-B90F-4921-B16B-8D60C57AE664}"/>
              </a:ext>
            </a:extLst>
          </p:cNvPr>
          <p:cNvSpPr>
            <a:spLocks noGrp="1"/>
          </p:cNvSpPr>
          <p:nvPr/>
        </p:nvSpPr>
        <p:spPr>
          <a:xfrm>
            <a:off x="880586" y="5201602"/>
            <a:ext cx="81915" cy="20479"/>
          </a:xfrm>
          <a:prstGeom prst="rect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8C9817D-CB0A-4B25-A197-ADE16857B56C}"/>
              </a:ext>
            </a:extLst>
          </p:cNvPr>
          <p:cNvSpPr>
            <a:spLocks noGrp="1"/>
          </p:cNvSpPr>
          <p:nvPr/>
        </p:nvSpPr>
        <p:spPr>
          <a:xfrm>
            <a:off x="4648676" y="5181124"/>
            <a:ext cx="184309" cy="296942"/>
          </a:xfrm>
          <a:prstGeom prst="roundRect">
            <a:avLst>
              <a:gd name="adj" fmla="val 44444"/>
            </a:avLst>
          </a:prstGeom>
          <a:noFill/>
          <a:ln w="23813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66F02A-E188-4032-9620-7997E5F5BD2C}"/>
              </a:ext>
            </a:extLst>
          </p:cNvPr>
          <p:cNvSpPr>
            <a:spLocks noGrp="1"/>
          </p:cNvSpPr>
          <p:nvPr/>
        </p:nvSpPr>
        <p:spPr>
          <a:xfrm>
            <a:off x="4720352" y="5426869"/>
            <a:ext cx="40958" cy="30718"/>
          </a:xfrm>
          <a:prstGeom prst="ellipse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E219CA3-08B7-41D1-96F8-FBC057C4709E}"/>
              </a:ext>
            </a:extLst>
          </p:cNvPr>
          <p:cNvSpPr>
            <a:spLocks noGrp="1"/>
          </p:cNvSpPr>
          <p:nvPr/>
        </p:nvSpPr>
        <p:spPr>
          <a:xfrm>
            <a:off x="4699873" y="5201602"/>
            <a:ext cx="81915" cy="20479"/>
          </a:xfrm>
          <a:prstGeom prst="rect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Rombo 23">
            <a:extLst>
              <a:ext uri="{FF2B5EF4-FFF2-40B4-BE49-F238E27FC236}">
                <a16:creationId xmlns:a16="http://schemas.microsoft.com/office/drawing/2014/main" id="{2587045E-3D7C-4AD1-918E-CE99CDF91479}"/>
              </a:ext>
            </a:extLst>
          </p:cNvPr>
          <p:cNvSpPr>
            <a:spLocks noGrp="1"/>
          </p:cNvSpPr>
          <p:nvPr/>
        </p:nvSpPr>
        <p:spPr>
          <a:xfrm>
            <a:off x="2416492" y="5191363"/>
            <a:ext cx="286703" cy="163830"/>
          </a:xfrm>
          <a:prstGeom prst="diamond">
            <a:avLst/>
          </a:prstGeom>
          <a:solidFill>
            <a:srgbClr val="D7E9FF"/>
          </a:solidFill>
          <a:ln w="21908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26D1B61C-B2A9-406E-952A-8389E8D15856}"/>
              </a:ext>
            </a:extLst>
          </p:cNvPr>
          <p:cNvSpPr>
            <a:spLocks noGrp="1"/>
          </p:cNvSpPr>
          <p:nvPr/>
        </p:nvSpPr>
        <p:spPr>
          <a:xfrm>
            <a:off x="2416492" y="5263039"/>
            <a:ext cx="286703" cy="163830"/>
          </a:xfrm>
          <a:prstGeom prst="diamond">
            <a:avLst/>
          </a:prstGeom>
          <a:solidFill>
            <a:srgbClr val="D7E9FF"/>
          </a:solidFill>
          <a:ln w="21908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Rombo 25">
            <a:extLst>
              <a:ext uri="{FF2B5EF4-FFF2-40B4-BE49-F238E27FC236}">
                <a16:creationId xmlns:a16="http://schemas.microsoft.com/office/drawing/2014/main" id="{791896B8-1CEB-438B-9984-9FD1A033D6B1}"/>
              </a:ext>
            </a:extLst>
          </p:cNvPr>
          <p:cNvSpPr>
            <a:spLocks noGrp="1"/>
          </p:cNvSpPr>
          <p:nvPr/>
        </p:nvSpPr>
        <p:spPr>
          <a:xfrm>
            <a:off x="2416492" y="5334714"/>
            <a:ext cx="286703" cy="163830"/>
          </a:xfrm>
          <a:prstGeom prst="diamond">
            <a:avLst/>
          </a:prstGeom>
          <a:solidFill>
            <a:srgbClr val="D7E9FF"/>
          </a:solidFill>
          <a:ln w="21908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1C90482-E685-485B-B131-A5DAD980317F}"/>
              </a:ext>
            </a:extLst>
          </p:cNvPr>
          <p:cNvSpPr>
            <a:spLocks noGrp="1"/>
          </p:cNvSpPr>
          <p:nvPr/>
        </p:nvSpPr>
        <p:spPr>
          <a:xfrm>
            <a:off x="1300400" y="5099209"/>
            <a:ext cx="860108" cy="53244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100%</a:t>
            </a:r>
          </a:p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Móvil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4DAF92-F7DF-480F-A47C-45E079F6EA55}"/>
              </a:ext>
            </a:extLst>
          </p:cNvPr>
          <p:cNvSpPr>
            <a:spLocks noGrp="1"/>
          </p:cNvSpPr>
          <p:nvPr/>
        </p:nvSpPr>
        <p:spPr>
          <a:xfrm>
            <a:off x="2948939" y="5099209"/>
            <a:ext cx="1392555" cy="59388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61A35"/>
                </a:solidFill>
              </a:defRPr>
            </a:defPPr>
            <a:lvl1pPr>
              <a:defRPr sz="1425" b="1">
                <a:solidFill>
                  <a:srgbClr val="061A35"/>
                </a:solidFill>
              </a:defRPr>
            </a:lvl1pPr>
            <a:lvl2pPr>
              <a:defRPr sz="1425" b="1">
                <a:solidFill>
                  <a:srgbClr val="061A35"/>
                </a:solidFill>
              </a:defRPr>
            </a:lvl2pPr>
            <a:lvl3pPr>
              <a:defRPr sz="1425" b="1">
                <a:solidFill>
                  <a:srgbClr val="061A35"/>
                </a:solidFill>
              </a:defRPr>
            </a:lvl3pPr>
            <a:lvl4pPr>
              <a:defRPr sz="1425" b="1">
                <a:solidFill>
                  <a:srgbClr val="061A35"/>
                </a:solidFill>
              </a:defRPr>
            </a:lvl4pPr>
            <a:lvl5pPr>
              <a:defRPr sz="1425" b="1">
                <a:solidFill>
                  <a:srgbClr val="061A35"/>
                </a:solidFill>
              </a:defRPr>
            </a:lvl5pPr>
            <a:lvl6pPr>
              <a:defRPr sz="1425" b="1">
                <a:solidFill>
                  <a:srgbClr val="061A35"/>
                </a:solidFill>
              </a:defRPr>
            </a:lvl6pPr>
            <a:lvl7pPr>
              <a:defRPr sz="1425" b="1">
                <a:solidFill>
                  <a:srgbClr val="061A35"/>
                </a:solidFill>
              </a:defRPr>
            </a:lvl7pPr>
            <a:lvl8pPr>
              <a:defRPr sz="1425" b="1">
                <a:solidFill>
                  <a:srgbClr val="061A35"/>
                </a:solidFill>
              </a:defRPr>
            </a:lvl8pPr>
            <a:lvl9pPr>
              <a:defRPr sz="1425" b="1">
                <a:solidFill>
                  <a:srgbClr val="061A35"/>
                </a:solidFill>
              </a:defRPr>
            </a:lvl9pPr>
          </a:lstStyle>
          <a:p>
            <a:pPr defTabSz="982980">
              <a:defRPr sz="1425" b="1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React Native</a:t>
            </a:r>
          </a:p>
          <a:p>
            <a:pPr defTabSz="982980">
              <a:defRPr sz="1425" b="1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+ Expo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2D70E9-817A-4940-8286-9D8E4DEF2302}"/>
              </a:ext>
            </a:extLst>
          </p:cNvPr>
          <p:cNvSpPr>
            <a:spLocks noGrp="1"/>
          </p:cNvSpPr>
          <p:nvPr/>
        </p:nvSpPr>
        <p:spPr>
          <a:xfrm>
            <a:off x="5129927" y="5099209"/>
            <a:ext cx="1945481" cy="59388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Compatible</a:t>
            </a:r>
          </a:p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Android e iOS</a:t>
            </a:r>
          </a:p>
        </p:txBody>
      </p:sp>
      <p:sp>
        <p:nvSpPr>
          <p:cNvPr id="30" name="Logo UTN editable">
            <a:extLst>
              <a:ext uri="{FF2B5EF4-FFF2-40B4-BE49-F238E27FC236}">
                <a16:creationId xmlns:a16="http://schemas.microsoft.com/office/drawing/2014/main" id="{FE8C1560-64B3-44DB-81C7-21D24FE85947}"/>
              </a:ext>
            </a:extLst>
          </p:cNvPr>
          <p:cNvSpPr>
            <a:spLocks noGrp="1"/>
          </p:cNvSpPr>
          <p:nvPr/>
        </p:nvSpPr>
        <p:spPr>
          <a:xfrm>
            <a:off x="634841" y="6502004"/>
            <a:ext cx="2047875" cy="537568"/>
          </a:xfrm>
          <a:custGeom>
            <a:avLst/>
            <a:gdLst/>
            <a:ahLst/>
            <a:cxnLst/>
            <a:rect l="0" t="0" r="0" b="0"/>
            <a:pathLst>
              <a:path w="2505075" h="657225">
                <a:moveTo>
                  <a:pt x="38100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38100" y="19050"/>
                </a:lnTo>
                <a:close/>
                <a:moveTo>
                  <a:pt x="285750" y="9525"/>
                </a:moveTo>
                <a:lnTo>
                  <a:pt x="381000" y="9525"/>
                </a:lnTo>
                <a:lnTo>
                  <a:pt x="381000" y="19050"/>
                </a:lnTo>
                <a:lnTo>
                  <a:pt x="285750" y="19050"/>
                </a:lnTo>
                <a:close/>
                <a:moveTo>
                  <a:pt x="533400" y="9525"/>
                </a:moveTo>
                <a:lnTo>
                  <a:pt x="628650" y="9525"/>
                </a:lnTo>
                <a:lnTo>
                  <a:pt x="628650" y="19050"/>
                </a:lnTo>
                <a:lnTo>
                  <a:pt x="533400" y="19050"/>
                </a:lnTo>
                <a:close/>
                <a:moveTo>
                  <a:pt x="28575" y="19050"/>
                </a:moveTo>
                <a:lnTo>
                  <a:pt x="142875" y="19050"/>
                </a:lnTo>
                <a:lnTo>
                  <a:pt x="142875" y="28575"/>
                </a:lnTo>
                <a:lnTo>
                  <a:pt x="28575" y="28575"/>
                </a:lnTo>
                <a:close/>
                <a:moveTo>
                  <a:pt x="285750" y="19050"/>
                </a:moveTo>
                <a:lnTo>
                  <a:pt x="390525" y="19050"/>
                </a:lnTo>
                <a:lnTo>
                  <a:pt x="390525" y="28575"/>
                </a:lnTo>
                <a:lnTo>
                  <a:pt x="285750" y="28575"/>
                </a:lnTo>
                <a:close/>
                <a:moveTo>
                  <a:pt x="523875" y="19050"/>
                </a:moveTo>
                <a:lnTo>
                  <a:pt x="638175" y="19050"/>
                </a:lnTo>
                <a:lnTo>
                  <a:pt x="638175" y="28575"/>
                </a:lnTo>
                <a:lnTo>
                  <a:pt x="523875" y="28575"/>
                </a:lnTo>
                <a:close/>
                <a:moveTo>
                  <a:pt x="3810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38100" y="38100"/>
                </a:lnTo>
                <a:close/>
                <a:moveTo>
                  <a:pt x="285750" y="28575"/>
                </a:moveTo>
                <a:lnTo>
                  <a:pt x="390525" y="28575"/>
                </a:lnTo>
                <a:lnTo>
                  <a:pt x="390525" y="38100"/>
                </a:lnTo>
                <a:lnTo>
                  <a:pt x="285750" y="38100"/>
                </a:lnTo>
                <a:close/>
                <a:moveTo>
                  <a:pt x="523875" y="28575"/>
                </a:moveTo>
                <a:lnTo>
                  <a:pt x="628650" y="28575"/>
                </a:lnTo>
                <a:lnTo>
                  <a:pt x="628650" y="38100"/>
                </a:lnTo>
                <a:lnTo>
                  <a:pt x="523875" y="38100"/>
                </a:lnTo>
                <a:close/>
                <a:moveTo>
                  <a:pt x="904875" y="28575"/>
                </a:moveTo>
                <a:lnTo>
                  <a:pt x="1047750" y="28575"/>
                </a:lnTo>
                <a:lnTo>
                  <a:pt x="1047750" y="38100"/>
                </a:lnTo>
                <a:lnTo>
                  <a:pt x="904875" y="38100"/>
                </a:lnTo>
                <a:close/>
                <a:moveTo>
                  <a:pt x="1266825" y="28575"/>
                </a:moveTo>
                <a:lnTo>
                  <a:pt x="1409700" y="28575"/>
                </a:lnTo>
                <a:lnTo>
                  <a:pt x="1409700" y="38100"/>
                </a:lnTo>
                <a:lnTo>
                  <a:pt x="1266825" y="38100"/>
                </a:lnTo>
                <a:close/>
                <a:moveTo>
                  <a:pt x="1447800" y="28575"/>
                </a:moveTo>
                <a:lnTo>
                  <a:pt x="1914525" y="28575"/>
                </a:lnTo>
                <a:lnTo>
                  <a:pt x="1914525" y="38100"/>
                </a:lnTo>
                <a:lnTo>
                  <a:pt x="1447800" y="38100"/>
                </a:lnTo>
                <a:close/>
                <a:moveTo>
                  <a:pt x="1952625" y="28575"/>
                </a:moveTo>
                <a:lnTo>
                  <a:pt x="2114550" y="28575"/>
                </a:lnTo>
                <a:lnTo>
                  <a:pt x="2114550" y="38100"/>
                </a:lnTo>
                <a:lnTo>
                  <a:pt x="1952625" y="38100"/>
                </a:lnTo>
                <a:close/>
                <a:moveTo>
                  <a:pt x="2324100" y="28575"/>
                </a:moveTo>
                <a:lnTo>
                  <a:pt x="2466975" y="28575"/>
                </a:lnTo>
                <a:lnTo>
                  <a:pt x="2466975" y="38100"/>
                </a:lnTo>
                <a:lnTo>
                  <a:pt x="2324100" y="38100"/>
                </a:lnTo>
                <a:close/>
                <a:moveTo>
                  <a:pt x="38100" y="38100"/>
                </a:moveTo>
                <a:lnTo>
                  <a:pt x="142875" y="38100"/>
                </a:lnTo>
                <a:lnTo>
                  <a:pt x="142875" y="47625"/>
                </a:lnTo>
                <a:lnTo>
                  <a:pt x="38100" y="47625"/>
                </a:lnTo>
                <a:close/>
                <a:moveTo>
                  <a:pt x="285750" y="38100"/>
                </a:moveTo>
                <a:lnTo>
                  <a:pt x="390525" y="38100"/>
                </a:lnTo>
                <a:lnTo>
                  <a:pt x="390525" y="47625"/>
                </a:lnTo>
                <a:lnTo>
                  <a:pt x="285750" y="47625"/>
                </a:lnTo>
                <a:close/>
                <a:moveTo>
                  <a:pt x="523875" y="38100"/>
                </a:moveTo>
                <a:lnTo>
                  <a:pt x="628650" y="38100"/>
                </a:lnTo>
                <a:lnTo>
                  <a:pt x="628650" y="47625"/>
                </a:lnTo>
                <a:lnTo>
                  <a:pt x="523875" y="47625"/>
                </a:lnTo>
                <a:close/>
                <a:moveTo>
                  <a:pt x="904875" y="38100"/>
                </a:moveTo>
                <a:lnTo>
                  <a:pt x="1047750" y="38100"/>
                </a:lnTo>
                <a:lnTo>
                  <a:pt x="1047750" y="47625"/>
                </a:lnTo>
                <a:lnTo>
                  <a:pt x="904875" y="47625"/>
                </a:lnTo>
                <a:close/>
                <a:moveTo>
                  <a:pt x="1266825" y="38100"/>
                </a:moveTo>
                <a:lnTo>
                  <a:pt x="1409700" y="38100"/>
                </a:lnTo>
                <a:lnTo>
                  <a:pt x="1409700" y="47625"/>
                </a:lnTo>
                <a:lnTo>
                  <a:pt x="1266825" y="47625"/>
                </a:lnTo>
                <a:close/>
                <a:moveTo>
                  <a:pt x="1447800" y="38100"/>
                </a:moveTo>
                <a:lnTo>
                  <a:pt x="1914525" y="38100"/>
                </a:lnTo>
                <a:lnTo>
                  <a:pt x="1914525" y="47625"/>
                </a:lnTo>
                <a:lnTo>
                  <a:pt x="1447800" y="47625"/>
                </a:lnTo>
                <a:close/>
                <a:moveTo>
                  <a:pt x="1952625" y="38100"/>
                </a:moveTo>
                <a:lnTo>
                  <a:pt x="2114550" y="38100"/>
                </a:lnTo>
                <a:lnTo>
                  <a:pt x="2114550" y="47625"/>
                </a:lnTo>
                <a:lnTo>
                  <a:pt x="1952625" y="47625"/>
                </a:lnTo>
                <a:close/>
                <a:moveTo>
                  <a:pt x="2324100" y="38100"/>
                </a:moveTo>
                <a:lnTo>
                  <a:pt x="2466975" y="38100"/>
                </a:lnTo>
                <a:lnTo>
                  <a:pt x="2466975" y="47625"/>
                </a:lnTo>
                <a:lnTo>
                  <a:pt x="2324100" y="47625"/>
                </a:lnTo>
                <a:close/>
                <a:moveTo>
                  <a:pt x="38100" y="47625"/>
                </a:moveTo>
                <a:lnTo>
                  <a:pt x="152400" y="47625"/>
                </a:lnTo>
                <a:lnTo>
                  <a:pt x="152400" y="57150"/>
                </a:lnTo>
                <a:lnTo>
                  <a:pt x="38100" y="57150"/>
                </a:lnTo>
                <a:close/>
                <a:moveTo>
                  <a:pt x="285750" y="47625"/>
                </a:moveTo>
                <a:lnTo>
                  <a:pt x="390525" y="47625"/>
                </a:lnTo>
                <a:lnTo>
                  <a:pt x="390525" y="57150"/>
                </a:lnTo>
                <a:lnTo>
                  <a:pt x="285750" y="57150"/>
                </a:lnTo>
                <a:close/>
                <a:moveTo>
                  <a:pt x="514350" y="47625"/>
                </a:moveTo>
                <a:lnTo>
                  <a:pt x="628650" y="47625"/>
                </a:lnTo>
                <a:lnTo>
                  <a:pt x="628650" y="57150"/>
                </a:lnTo>
                <a:lnTo>
                  <a:pt x="514350" y="57150"/>
                </a:lnTo>
                <a:close/>
                <a:moveTo>
                  <a:pt x="904875" y="47625"/>
                </a:moveTo>
                <a:lnTo>
                  <a:pt x="1047750" y="47625"/>
                </a:lnTo>
                <a:lnTo>
                  <a:pt x="1047750" y="57150"/>
                </a:lnTo>
                <a:lnTo>
                  <a:pt x="904875" y="57150"/>
                </a:lnTo>
                <a:close/>
                <a:moveTo>
                  <a:pt x="1266825" y="47625"/>
                </a:moveTo>
                <a:lnTo>
                  <a:pt x="1409700" y="47625"/>
                </a:lnTo>
                <a:lnTo>
                  <a:pt x="1409700" y="57150"/>
                </a:lnTo>
                <a:lnTo>
                  <a:pt x="1266825" y="57150"/>
                </a:lnTo>
                <a:close/>
                <a:moveTo>
                  <a:pt x="1447800" y="47625"/>
                </a:moveTo>
                <a:lnTo>
                  <a:pt x="1914525" y="47625"/>
                </a:lnTo>
                <a:lnTo>
                  <a:pt x="1914525" y="57150"/>
                </a:lnTo>
                <a:lnTo>
                  <a:pt x="1447800" y="57150"/>
                </a:lnTo>
                <a:close/>
                <a:moveTo>
                  <a:pt x="1952625" y="47625"/>
                </a:moveTo>
                <a:lnTo>
                  <a:pt x="2124075" y="47625"/>
                </a:lnTo>
                <a:lnTo>
                  <a:pt x="2124075" y="57150"/>
                </a:lnTo>
                <a:lnTo>
                  <a:pt x="1952625" y="57150"/>
                </a:lnTo>
                <a:close/>
                <a:moveTo>
                  <a:pt x="2324100" y="47625"/>
                </a:moveTo>
                <a:lnTo>
                  <a:pt x="2466975" y="47625"/>
                </a:lnTo>
                <a:lnTo>
                  <a:pt x="2466975" y="57150"/>
                </a:lnTo>
                <a:lnTo>
                  <a:pt x="2324100" y="57150"/>
                </a:lnTo>
                <a:close/>
                <a:moveTo>
                  <a:pt x="38100" y="57150"/>
                </a:moveTo>
                <a:lnTo>
                  <a:pt x="152400" y="57150"/>
                </a:lnTo>
                <a:lnTo>
                  <a:pt x="152400" y="66675"/>
                </a:lnTo>
                <a:lnTo>
                  <a:pt x="38100" y="66675"/>
                </a:lnTo>
                <a:close/>
                <a:moveTo>
                  <a:pt x="285750" y="57150"/>
                </a:moveTo>
                <a:lnTo>
                  <a:pt x="390525" y="57150"/>
                </a:lnTo>
                <a:lnTo>
                  <a:pt x="390525" y="66675"/>
                </a:lnTo>
                <a:lnTo>
                  <a:pt x="285750" y="66675"/>
                </a:lnTo>
                <a:close/>
                <a:moveTo>
                  <a:pt x="514350" y="57150"/>
                </a:moveTo>
                <a:lnTo>
                  <a:pt x="628650" y="57150"/>
                </a:lnTo>
                <a:lnTo>
                  <a:pt x="628650" y="66675"/>
                </a:lnTo>
                <a:lnTo>
                  <a:pt x="514350" y="66675"/>
                </a:lnTo>
                <a:close/>
                <a:moveTo>
                  <a:pt x="904875" y="57150"/>
                </a:moveTo>
                <a:lnTo>
                  <a:pt x="1047750" y="57150"/>
                </a:lnTo>
                <a:lnTo>
                  <a:pt x="1047750" y="66675"/>
                </a:lnTo>
                <a:lnTo>
                  <a:pt x="904875" y="66675"/>
                </a:lnTo>
                <a:close/>
                <a:moveTo>
                  <a:pt x="1266825" y="57150"/>
                </a:moveTo>
                <a:lnTo>
                  <a:pt x="1409700" y="57150"/>
                </a:lnTo>
                <a:lnTo>
                  <a:pt x="1409700" y="66675"/>
                </a:lnTo>
                <a:lnTo>
                  <a:pt x="1266825" y="66675"/>
                </a:lnTo>
                <a:close/>
                <a:moveTo>
                  <a:pt x="1447800" y="57150"/>
                </a:moveTo>
                <a:lnTo>
                  <a:pt x="1914525" y="57150"/>
                </a:lnTo>
                <a:lnTo>
                  <a:pt x="1914525" y="66675"/>
                </a:lnTo>
                <a:lnTo>
                  <a:pt x="1447800" y="66675"/>
                </a:lnTo>
                <a:close/>
                <a:moveTo>
                  <a:pt x="1952625" y="57150"/>
                </a:moveTo>
                <a:lnTo>
                  <a:pt x="2124075" y="57150"/>
                </a:lnTo>
                <a:lnTo>
                  <a:pt x="2124075" y="66675"/>
                </a:lnTo>
                <a:lnTo>
                  <a:pt x="1952625" y="66675"/>
                </a:lnTo>
                <a:close/>
                <a:moveTo>
                  <a:pt x="2324100" y="57150"/>
                </a:moveTo>
                <a:lnTo>
                  <a:pt x="2466975" y="57150"/>
                </a:lnTo>
                <a:lnTo>
                  <a:pt x="2466975" y="66675"/>
                </a:lnTo>
                <a:lnTo>
                  <a:pt x="2324100" y="66675"/>
                </a:lnTo>
                <a:close/>
                <a:moveTo>
                  <a:pt x="38100" y="66675"/>
                </a:moveTo>
                <a:lnTo>
                  <a:pt x="161925" y="66675"/>
                </a:lnTo>
                <a:lnTo>
                  <a:pt x="161925" y="76200"/>
                </a:lnTo>
                <a:lnTo>
                  <a:pt x="38100" y="76200"/>
                </a:lnTo>
                <a:close/>
                <a:moveTo>
                  <a:pt x="285750" y="66675"/>
                </a:moveTo>
                <a:lnTo>
                  <a:pt x="390525" y="66675"/>
                </a:lnTo>
                <a:lnTo>
                  <a:pt x="390525" y="76200"/>
                </a:lnTo>
                <a:lnTo>
                  <a:pt x="285750" y="76200"/>
                </a:lnTo>
                <a:close/>
                <a:moveTo>
                  <a:pt x="514350" y="66675"/>
                </a:moveTo>
                <a:lnTo>
                  <a:pt x="628650" y="66675"/>
                </a:lnTo>
                <a:lnTo>
                  <a:pt x="628650" y="76200"/>
                </a:lnTo>
                <a:lnTo>
                  <a:pt x="514350" y="76200"/>
                </a:lnTo>
                <a:close/>
                <a:moveTo>
                  <a:pt x="904875" y="66675"/>
                </a:moveTo>
                <a:lnTo>
                  <a:pt x="1047750" y="66675"/>
                </a:lnTo>
                <a:lnTo>
                  <a:pt x="1047750" y="76200"/>
                </a:lnTo>
                <a:lnTo>
                  <a:pt x="904875" y="76200"/>
                </a:lnTo>
                <a:close/>
                <a:moveTo>
                  <a:pt x="1266825" y="66675"/>
                </a:moveTo>
                <a:lnTo>
                  <a:pt x="1409700" y="66675"/>
                </a:lnTo>
                <a:lnTo>
                  <a:pt x="1409700" y="76200"/>
                </a:lnTo>
                <a:lnTo>
                  <a:pt x="1266825" y="76200"/>
                </a:lnTo>
                <a:close/>
                <a:moveTo>
                  <a:pt x="1447800" y="66675"/>
                </a:moveTo>
                <a:lnTo>
                  <a:pt x="1914525" y="66675"/>
                </a:lnTo>
                <a:lnTo>
                  <a:pt x="1914525" y="76200"/>
                </a:lnTo>
                <a:lnTo>
                  <a:pt x="1447800" y="76200"/>
                </a:lnTo>
                <a:close/>
                <a:moveTo>
                  <a:pt x="1952625" y="66675"/>
                </a:moveTo>
                <a:lnTo>
                  <a:pt x="2133600" y="66675"/>
                </a:lnTo>
                <a:lnTo>
                  <a:pt x="2133600" y="76200"/>
                </a:lnTo>
                <a:lnTo>
                  <a:pt x="1952625" y="76200"/>
                </a:lnTo>
                <a:close/>
                <a:moveTo>
                  <a:pt x="2324100" y="66675"/>
                </a:moveTo>
                <a:lnTo>
                  <a:pt x="2466975" y="66675"/>
                </a:lnTo>
                <a:lnTo>
                  <a:pt x="2466975" y="76200"/>
                </a:lnTo>
                <a:lnTo>
                  <a:pt x="2324100" y="76200"/>
                </a:lnTo>
                <a:close/>
                <a:moveTo>
                  <a:pt x="47625" y="76200"/>
                </a:moveTo>
                <a:lnTo>
                  <a:pt x="161925" y="76200"/>
                </a:lnTo>
                <a:lnTo>
                  <a:pt x="161925" y="85725"/>
                </a:lnTo>
                <a:lnTo>
                  <a:pt x="47625" y="85725"/>
                </a:lnTo>
                <a:close/>
                <a:moveTo>
                  <a:pt x="285750" y="76200"/>
                </a:moveTo>
                <a:lnTo>
                  <a:pt x="390525" y="76200"/>
                </a:lnTo>
                <a:lnTo>
                  <a:pt x="390525" y="85725"/>
                </a:lnTo>
                <a:lnTo>
                  <a:pt x="285750" y="85725"/>
                </a:lnTo>
                <a:close/>
                <a:moveTo>
                  <a:pt x="504825" y="76200"/>
                </a:moveTo>
                <a:lnTo>
                  <a:pt x="619125" y="76200"/>
                </a:lnTo>
                <a:lnTo>
                  <a:pt x="619125" y="85725"/>
                </a:lnTo>
                <a:lnTo>
                  <a:pt x="504825" y="85725"/>
                </a:lnTo>
                <a:close/>
                <a:moveTo>
                  <a:pt x="904875" y="76200"/>
                </a:moveTo>
                <a:lnTo>
                  <a:pt x="1047750" y="76200"/>
                </a:lnTo>
                <a:lnTo>
                  <a:pt x="1047750" y="85725"/>
                </a:lnTo>
                <a:lnTo>
                  <a:pt x="904875" y="85725"/>
                </a:lnTo>
                <a:close/>
                <a:moveTo>
                  <a:pt x="1266825" y="76200"/>
                </a:moveTo>
                <a:lnTo>
                  <a:pt x="1409700" y="76200"/>
                </a:lnTo>
                <a:lnTo>
                  <a:pt x="1409700" y="85725"/>
                </a:lnTo>
                <a:lnTo>
                  <a:pt x="1266825" y="85725"/>
                </a:lnTo>
                <a:close/>
                <a:moveTo>
                  <a:pt x="1447800" y="76200"/>
                </a:moveTo>
                <a:lnTo>
                  <a:pt x="1914525" y="76200"/>
                </a:lnTo>
                <a:lnTo>
                  <a:pt x="1914525" y="85725"/>
                </a:lnTo>
                <a:lnTo>
                  <a:pt x="1447800" y="85725"/>
                </a:lnTo>
                <a:close/>
                <a:moveTo>
                  <a:pt x="1952625" y="76200"/>
                </a:moveTo>
                <a:lnTo>
                  <a:pt x="2143125" y="76200"/>
                </a:lnTo>
                <a:lnTo>
                  <a:pt x="2143125" y="85725"/>
                </a:lnTo>
                <a:lnTo>
                  <a:pt x="1952625" y="85725"/>
                </a:lnTo>
                <a:close/>
                <a:moveTo>
                  <a:pt x="2324100" y="76200"/>
                </a:moveTo>
                <a:lnTo>
                  <a:pt x="2466975" y="76200"/>
                </a:lnTo>
                <a:lnTo>
                  <a:pt x="2466975" y="85725"/>
                </a:lnTo>
                <a:lnTo>
                  <a:pt x="2324100" y="85725"/>
                </a:lnTo>
                <a:close/>
                <a:moveTo>
                  <a:pt x="47625" y="85725"/>
                </a:moveTo>
                <a:lnTo>
                  <a:pt x="171450" y="85725"/>
                </a:lnTo>
                <a:lnTo>
                  <a:pt x="171450" y="95250"/>
                </a:lnTo>
                <a:lnTo>
                  <a:pt x="47625" y="95250"/>
                </a:lnTo>
                <a:close/>
                <a:moveTo>
                  <a:pt x="285750" y="85725"/>
                </a:moveTo>
                <a:lnTo>
                  <a:pt x="390525" y="85725"/>
                </a:lnTo>
                <a:lnTo>
                  <a:pt x="390525" y="95250"/>
                </a:lnTo>
                <a:lnTo>
                  <a:pt x="285750" y="95250"/>
                </a:lnTo>
                <a:close/>
                <a:moveTo>
                  <a:pt x="495300" y="85725"/>
                </a:moveTo>
                <a:lnTo>
                  <a:pt x="619125" y="85725"/>
                </a:lnTo>
                <a:lnTo>
                  <a:pt x="619125" y="95250"/>
                </a:lnTo>
                <a:lnTo>
                  <a:pt x="495300" y="95250"/>
                </a:lnTo>
                <a:close/>
                <a:moveTo>
                  <a:pt x="904875" y="85725"/>
                </a:moveTo>
                <a:lnTo>
                  <a:pt x="1047750" y="85725"/>
                </a:lnTo>
                <a:lnTo>
                  <a:pt x="1047750" y="95250"/>
                </a:lnTo>
                <a:lnTo>
                  <a:pt x="904875" y="95250"/>
                </a:lnTo>
                <a:close/>
                <a:moveTo>
                  <a:pt x="1266825" y="85725"/>
                </a:moveTo>
                <a:lnTo>
                  <a:pt x="1409700" y="85725"/>
                </a:lnTo>
                <a:lnTo>
                  <a:pt x="1409700" y="95250"/>
                </a:lnTo>
                <a:lnTo>
                  <a:pt x="1266825" y="95250"/>
                </a:lnTo>
                <a:close/>
                <a:moveTo>
                  <a:pt x="1447800" y="85725"/>
                </a:moveTo>
                <a:lnTo>
                  <a:pt x="1914525" y="85725"/>
                </a:lnTo>
                <a:lnTo>
                  <a:pt x="1914525" y="95250"/>
                </a:lnTo>
                <a:lnTo>
                  <a:pt x="1447800" y="95250"/>
                </a:lnTo>
                <a:close/>
                <a:moveTo>
                  <a:pt x="1952625" y="85725"/>
                </a:moveTo>
                <a:lnTo>
                  <a:pt x="2143125" y="85725"/>
                </a:lnTo>
                <a:lnTo>
                  <a:pt x="2143125" y="95250"/>
                </a:lnTo>
                <a:lnTo>
                  <a:pt x="1952625" y="95250"/>
                </a:lnTo>
                <a:close/>
                <a:moveTo>
                  <a:pt x="2324100" y="85725"/>
                </a:moveTo>
                <a:lnTo>
                  <a:pt x="2466975" y="85725"/>
                </a:lnTo>
                <a:lnTo>
                  <a:pt x="2466975" y="95250"/>
                </a:lnTo>
                <a:lnTo>
                  <a:pt x="2324100" y="95250"/>
                </a:lnTo>
                <a:close/>
                <a:moveTo>
                  <a:pt x="57150" y="95250"/>
                </a:moveTo>
                <a:lnTo>
                  <a:pt x="180975" y="95250"/>
                </a:lnTo>
                <a:lnTo>
                  <a:pt x="180975" y="104775"/>
                </a:lnTo>
                <a:lnTo>
                  <a:pt x="57150" y="104775"/>
                </a:lnTo>
                <a:close/>
                <a:moveTo>
                  <a:pt x="285750" y="95250"/>
                </a:moveTo>
                <a:lnTo>
                  <a:pt x="390525" y="95250"/>
                </a:lnTo>
                <a:lnTo>
                  <a:pt x="390525" y="104775"/>
                </a:lnTo>
                <a:lnTo>
                  <a:pt x="285750" y="104775"/>
                </a:lnTo>
                <a:close/>
                <a:moveTo>
                  <a:pt x="495300" y="95250"/>
                </a:moveTo>
                <a:lnTo>
                  <a:pt x="619125" y="95250"/>
                </a:lnTo>
                <a:lnTo>
                  <a:pt x="619125" y="104775"/>
                </a:lnTo>
                <a:lnTo>
                  <a:pt x="495300" y="104775"/>
                </a:lnTo>
                <a:close/>
                <a:moveTo>
                  <a:pt x="904875" y="95250"/>
                </a:moveTo>
                <a:lnTo>
                  <a:pt x="1047750" y="95250"/>
                </a:lnTo>
                <a:lnTo>
                  <a:pt x="1047750" y="104775"/>
                </a:lnTo>
                <a:lnTo>
                  <a:pt x="904875" y="104775"/>
                </a:lnTo>
                <a:close/>
                <a:moveTo>
                  <a:pt x="1266825" y="95250"/>
                </a:moveTo>
                <a:lnTo>
                  <a:pt x="1409700" y="95250"/>
                </a:lnTo>
                <a:lnTo>
                  <a:pt x="1409700" y="104775"/>
                </a:lnTo>
                <a:lnTo>
                  <a:pt x="1266825" y="104775"/>
                </a:lnTo>
                <a:close/>
                <a:moveTo>
                  <a:pt x="1447800" y="95250"/>
                </a:moveTo>
                <a:lnTo>
                  <a:pt x="1914525" y="95250"/>
                </a:lnTo>
                <a:lnTo>
                  <a:pt x="1914525" y="104775"/>
                </a:lnTo>
                <a:lnTo>
                  <a:pt x="1447800" y="104775"/>
                </a:lnTo>
                <a:close/>
                <a:moveTo>
                  <a:pt x="1952625" y="95250"/>
                </a:moveTo>
                <a:lnTo>
                  <a:pt x="2152650" y="95250"/>
                </a:lnTo>
                <a:lnTo>
                  <a:pt x="2152650" y="104775"/>
                </a:lnTo>
                <a:lnTo>
                  <a:pt x="1952625" y="104775"/>
                </a:lnTo>
                <a:close/>
                <a:moveTo>
                  <a:pt x="2324100" y="95250"/>
                </a:moveTo>
                <a:lnTo>
                  <a:pt x="2466975" y="95250"/>
                </a:lnTo>
                <a:lnTo>
                  <a:pt x="2466975" y="104775"/>
                </a:lnTo>
                <a:lnTo>
                  <a:pt x="2324100" y="104775"/>
                </a:lnTo>
                <a:close/>
                <a:moveTo>
                  <a:pt x="57150" y="104775"/>
                </a:moveTo>
                <a:lnTo>
                  <a:pt x="190500" y="104775"/>
                </a:lnTo>
                <a:lnTo>
                  <a:pt x="190500" y="114300"/>
                </a:lnTo>
                <a:lnTo>
                  <a:pt x="57150" y="114300"/>
                </a:lnTo>
                <a:close/>
                <a:moveTo>
                  <a:pt x="285750" y="104775"/>
                </a:moveTo>
                <a:lnTo>
                  <a:pt x="390525" y="104775"/>
                </a:lnTo>
                <a:lnTo>
                  <a:pt x="390525" y="114300"/>
                </a:lnTo>
                <a:lnTo>
                  <a:pt x="285750" y="114300"/>
                </a:lnTo>
                <a:close/>
                <a:moveTo>
                  <a:pt x="485775" y="104775"/>
                </a:moveTo>
                <a:lnTo>
                  <a:pt x="609600" y="104775"/>
                </a:lnTo>
                <a:lnTo>
                  <a:pt x="609600" y="114300"/>
                </a:lnTo>
                <a:lnTo>
                  <a:pt x="485775" y="114300"/>
                </a:lnTo>
                <a:close/>
                <a:moveTo>
                  <a:pt x="904875" y="104775"/>
                </a:moveTo>
                <a:lnTo>
                  <a:pt x="1047750" y="104775"/>
                </a:lnTo>
                <a:lnTo>
                  <a:pt x="1047750" y="114300"/>
                </a:lnTo>
                <a:lnTo>
                  <a:pt x="904875" y="114300"/>
                </a:lnTo>
                <a:close/>
                <a:moveTo>
                  <a:pt x="1266825" y="104775"/>
                </a:moveTo>
                <a:lnTo>
                  <a:pt x="1409700" y="104775"/>
                </a:lnTo>
                <a:lnTo>
                  <a:pt x="1409700" y="114300"/>
                </a:lnTo>
                <a:lnTo>
                  <a:pt x="1266825" y="114300"/>
                </a:lnTo>
                <a:close/>
                <a:moveTo>
                  <a:pt x="1447800" y="104775"/>
                </a:moveTo>
                <a:lnTo>
                  <a:pt x="1914525" y="104775"/>
                </a:lnTo>
                <a:lnTo>
                  <a:pt x="1914525" y="114300"/>
                </a:lnTo>
                <a:lnTo>
                  <a:pt x="1447800" y="114300"/>
                </a:lnTo>
                <a:close/>
                <a:moveTo>
                  <a:pt x="1952625" y="104775"/>
                </a:moveTo>
                <a:lnTo>
                  <a:pt x="2152650" y="104775"/>
                </a:lnTo>
                <a:lnTo>
                  <a:pt x="2152650" y="114300"/>
                </a:lnTo>
                <a:lnTo>
                  <a:pt x="1952625" y="114300"/>
                </a:lnTo>
                <a:close/>
                <a:moveTo>
                  <a:pt x="2324100" y="104775"/>
                </a:moveTo>
                <a:lnTo>
                  <a:pt x="2466975" y="104775"/>
                </a:lnTo>
                <a:lnTo>
                  <a:pt x="2466975" y="114300"/>
                </a:lnTo>
                <a:lnTo>
                  <a:pt x="2324100" y="114300"/>
                </a:lnTo>
                <a:close/>
                <a:moveTo>
                  <a:pt x="66675" y="114300"/>
                </a:moveTo>
                <a:lnTo>
                  <a:pt x="200025" y="114300"/>
                </a:lnTo>
                <a:lnTo>
                  <a:pt x="200025" y="123825"/>
                </a:lnTo>
                <a:lnTo>
                  <a:pt x="66675" y="123825"/>
                </a:lnTo>
                <a:close/>
                <a:moveTo>
                  <a:pt x="285750" y="114300"/>
                </a:moveTo>
                <a:lnTo>
                  <a:pt x="390525" y="114300"/>
                </a:lnTo>
                <a:lnTo>
                  <a:pt x="390525" y="123825"/>
                </a:lnTo>
                <a:lnTo>
                  <a:pt x="285750" y="123825"/>
                </a:lnTo>
                <a:close/>
                <a:moveTo>
                  <a:pt x="476250" y="114300"/>
                </a:moveTo>
                <a:lnTo>
                  <a:pt x="609600" y="114300"/>
                </a:lnTo>
                <a:lnTo>
                  <a:pt x="609600" y="123825"/>
                </a:lnTo>
                <a:lnTo>
                  <a:pt x="476250" y="123825"/>
                </a:lnTo>
                <a:close/>
                <a:moveTo>
                  <a:pt x="904875" y="114300"/>
                </a:moveTo>
                <a:lnTo>
                  <a:pt x="1047750" y="114300"/>
                </a:lnTo>
                <a:lnTo>
                  <a:pt x="1047750" y="123825"/>
                </a:lnTo>
                <a:lnTo>
                  <a:pt x="904875" y="123825"/>
                </a:lnTo>
                <a:close/>
                <a:moveTo>
                  <a:pt x="1266825" y="114300"/>
                </a:moveTo>
                <a:lnTo>
                  <a:pt x="1409700" y="114300"/>
                </a:lnTo>
                <a:lnTo>
                  <a:pt x="1409700" y="123825"/>
                </a:lnTo>
                <a:lnTo>
                  <a:pt x="1266825" y="123825"/>
                </a:lnTo>
                <a:close/>
                <a:moveTo>
                  <a:pt x="1447800" y="114300"/>
                </a:moveTo>
                <a:lnTo>
                  <a:pt x="1914525" y="114300"/>
                </a:lnTo>
                <a:lnTo>
                  <a:pt x="1914525" y="123825"/>
                </a:lnTo>
                <a:lnTo>
                  <a:pt x="1447800" y="123825"/>
                </a:lnTo>
                <a:close/>
                <a:moveTo>
                  <a:pt x="1952625" y="114300"/>
                </a:moveTo>
                <a:lnTo>
                  <a:pt x="2162175" y="114300"/>
                </a:lnTo>
                <a:lnTo>
                  <a:pt x="2162175" y="123825"/>
                </a:lnTo>
                <a:lnTo>
                  <a:pt x="1952625" y="123825"/>
                </a:lnTo>
                <a:close/>
                <a:moveTo>
                  <a:pt x="2324100" y="114300"/>
                </a:moveTo>
                <a:lnTo>
                  <a:pt x="2466975" y="114300"/>
                </a:lnTo>
                <a:lnTo>
                  <a:pt x="2466975" y="123825"/>
                </a:lnTo>
                <a:lnTo>
                  <a:pt x="2324100" y="123825"/>
                </a:lnTo>
                <a:close/>
                <a:moveTo>
                  <a:pt x="66675" y="123825"/>
                </a:moveTo>
                <a:lnTo>
                  <a:pt x="209550" y="123825"/>
                </a:lnTo>
                <a:lnTo>
                  <a:pt x="209550" y="133350"/>
                </a:lnTo>
                <a:lnTo>
                  <a:pt x="66675" y="133350"/>
                </a:lnTo>
                <a:close/>
                <a:moveTo>
                  <a:pt x="285750" y="123825"/>
                </a:moveTo>
                <a:lnTo>
                  <a:pt x="390525" y="123825"/>
                </a:lnTo>
                <a:lnTo>
                  <a:pt x="390525" y="133350"/>
                </a:lnTo>
                <a:lnTo>
                  <a:pt x="285750" y="133350"/>
                </a:lnTo>
                <a:close/>
                <a:moveTo>
                  <a:pt x="466725" y="123825"/>
                </a:moveTo>
                <a:lnTo>
                  <a:pt x="600075" y="123825"/>
                </a:lnTo>
                <a:lnTo>
                  <a:pt x="600075" y="133350"/>
                </a:lnTo>
                <a:lnTo>
                  <a:pt x="466725" y="133350"/>
                </a:lnTo>
                <a:close/>
                <a:moveTo>
                  <a:pt x="904875" y="123825"/>
                </a:moveTo>
                <a:lnTo>
                  <a:pt x="1047750" y="123825"/>
                </a:lnTo>
                <a:lnTo>
                  <a:pt x="1047750" y="133350"/>
                </a:lnTo>
                <a:lnTo>
                  <a:pt x="904875" y="133350"/>
                </a:lnTo>
                <a:close/>
                <a:moveTo>
                  <a:pt x="1266825" y="123825"/>
                </a:moveTo>
                <a:lnTo>
                  <a:pt x="1409700" y="123825"/>
                </a:lnTo>
                <a:lnTo>
                  <a:pt x="1409700" y="133350"/>
                </a:lnTo>
                <a:lnTo>
                  <a:pt x="1266825" y="133350"/>
                </a:lnTo>
                <a:close/>
                <a:moveTo>
                  <a:pt x="1447800" y="123825"/>
                </a:moveTo>
                <a:lnTo>
                  <a:pt x="1914525" y="123825"/>
                </a:lnTo>
                <a:lnTo>
                  <a:pt x="1914525" y="133350"/>
                </a:lnTo>
                <a:lnTo>
                  <a:pt x="1447800" y="133350"/>
                </a:lnTo>
                <a:close/>
                <a:moveTo>
                  <a:pt x="1952625" y="123825"/>
                </a:moveTo>
                <a:lnTo>
                  <a:pt x="2171700" y="123825"/>
                </a:lnTo>
                <a:lnTo>
                  <a:pt x="2171700" y="133350"/>
                </a:lnTo>
                <a:lnTo>
                  <a:pt x="1952625" y="133350"/>
                </a:lnTo>
                <a:close/>
                <a:moveTo>
                  <a:pt x="2324100" y="123825"/>
                </a:moveTo>
                <a:lnTo>
                  <a:pt x="2466975" y="123825"/>
                </a:lnTo>
                <a:lnTo>
                  <a:pt x="2466975" y="133350"/>
                </a:lnTo>
                <a:lnTo>
                  <a:pt x="2324100" y="133350"/>
                </a:lnTo>
                <a:close/>
                <a:moveTo>
                  <a:pt x="76200" y="133350"/>
                </a:moveTo>
                <a:lnTo>
                  <a:pt x="219075" y="133350"/>
                </a:lnTo>
                <a:lnTo>
                  <a:pt x="219075" y="142875"/>
                </a:lnTo>
                <a:lnTo>
                  <a:pt x="76200" y="142875"/>
                </a:lnTo>
                <a:close/>
                <a:moveTo>
                  <a:pt x="285750" y="133350"/>
                </a:moveTo>
                <a:lnTo>
                  <a:pt x="390525" y="133350"/>
                </a:lnTo>
                <a:lnTo>
                  <a:pt x="390525" y="142875"/>
                </a:lnTo>
                <a:lnTo>
                  <a:pt x="285750" y="142875"/>
                </a:lnTo>
                <a:close/>
                <a:moveTo>
                  <a:pt x="447675" y="133350"/>
                </a:moveTo>
                <a:lnTo>
                  <a:pt x="590550" y="133350"/>
                </a:lnTo>
                <a:lnTo>
                  <a:pt x="590550" y="142875"/>
                </a:lnTo>
                <a:lnTo>
                  <a:pt x="447675" y="142875"/>
                </a:lnTo>
                <a:close/>
                <a:moveTo>
                  <a:pt x="904875" y="133350"/>
                </a:moveTo>
                <a:lnTo>
                  <a:pt x="1047750" y="133350"/>
                </a:lnTo>
                <a:lnTo>
                  <a:pt x="1047750" y="142875"/>
                </a:lnTo>
                <a:lnTo>
                  <a:pt x="904875" y="142875"/>
                </a:lnTo>
                <a:close/>
                <a:moveTo>
                  <a:pt x="1266825" y="133350"/>
                </a:moveTo>
                <a:lnTo>
                  <a:pt x="1409700" y="133350"/>
                </a:lnTo>
                <a:lnTo>
                  <a:pt x="1409700" y="142875"/>
                </a:lnTo>
                <a:lnTo>
                  <a:pt x="1266825" y="142875"/>
                </a:lnTo>
                <a:close/>
                <a:moveTo>
                  <a:pt x="1447800" y="133350"/>
                </a:moveTo>
                <a:lnTo>
                  <a:pt x="1914525" y="133350"/>
                </a:lnTo>
                <a:lnTo>
                  <a:pt x="1914525" y="142875"/>
                </a:lnTo>
                <a:lnTo>
                  <a:pt x="1447800" y="142875"/>
                </a:lnTo>
                <a:close/>
                <a:moveTo>
                  <a:pt x="1952625" y="133350"/>
                </a:moveTo>
                <a:lnTo>
                  <a:pt x="2171700" y="133350"/>
                </a:lnTo>
                <a:lnTo>
                  <a:pt x="2171700" y="142875"/>
                </a:lnTo>
                <a:lnTo>
                  <a:pt x="1952625" y="142875"/>
                </a:lnTo>
                <a:close/>
                <a:moveTo>
                  <a:pt x="2324100" y="133350"/>
                </a:moveTo>
                <a:lnTo>
                  <a:pt x="2466975" y="133350"/>
                </a:lnTo>
                <a:lnTo>
                  <a:pt x="2466975" y="142875"/>
                </a:lnTo>
                <a:lnTo>
                  <a:pt x="2324100" y="142875"/>
                </a:lnTo>
                <a:close/>
                <a:moveTo>
                  <a:pt x="76200" y="142875"/>
                </a:moveTo>
                <a:lnTo>
                  <a:pt x="238125" y="142875"/>
                </a:lnTo>
                <a:lnTo>
                  <a:pt x="238125" y="152400"/>
                </a:lnTo>
                <a:lnTo>
                  <a:pt x="76200" y="152400"/>
                </a:lnTo>
                <a:close/>
                <a:moveTo>
                  <a:pt x="285750" y="142875"/>
                </a:moveTo>
                <a:lnTo>
                  <a:pt x="390525" y="142875"/>
                </a:lnTo>
                <a:lnTo>
                  <a:pt x="390525" y="152400"/>
                </a:lnTo>
                <a:lnTo>
                  <a:pt x="285750" y="152400"/>
                </a:lnTo>
                <a:close/>
                <a:moveTo>
                  <a:pt x="438150" y="142875"/>
                </a:moveTo>
                <a:lnTo>
                  <a:pt x="590550" y="142875"/>
                </a:lnTo>
                <a:lnTo>
                  <a:pt x="590550" y="152400"/>
                </a:lnTo>
                <a:lnTo>
                  <a:pt x="438150" y="152400"/>
                </a:lnTo>
                <a:close/>
                <a:moveTo>
                  <a:pt x="904875" y="142875"/>
                </a:moveTo>
                <a:lnTo>
                  <a:pt x="1047750" y="142875"/>
                </a:lnTo>
                <a:lnTo>
                  <a:pt x="1047750" y="152400"/>
                </a:lnTo>
                <a:lnTo>
                  <a:pt x="904875" y="152400"/>
                </a:lnTo>
                <a:close/>
                <a:moveTo>
                  <a:pt x="1266825" y="142875"/>
                </a:moveTo>
                <a:lnTo>
                  <a:pt x="1409700" y="142875"/>
                </a:lnTo>
                <a:lnTo>
                  <a:pt x="1409700" y="152400"/>
                </a:lnTo>
                <a:lnTo>
                  <a:pt x="1266825" y="152400"/>
                </a:lnTo>
                <a:close/>
                <a:moveTo>
                  <a:pt x="1447800" y="142875"/>
                </a:moveTo>
                <a:lnTo>
                  <a:pt x="1914525" y="142875"/>
                </a:lnTo>
                <a:lnTo>
                  <a:pt x="1914525" y="152400"/>
                </a:lnTo>
                <a:lnTo>
                  <a:pt x="1447800" y="152400"/>
                </a:lnTo>
                <a:close/>
                <a:moveTo>
                  <a:pt x="1952625" y="142875"/>
                </a:moveTo>
                <a:lnTo>
                  <a:pt x="2181225" y="142875"/>
                </a:lnTo>
                <a:lnTo>
                  <a:pt x="2181225" y="152400"/>
                </a:lnTo>
                <a:lnTo>
                  <a:pt x="1952625" y="152400"/>
                </a:lnTo>
                <a:close/>
                <a:moveTo>
                  <a:pt x="2324100" y="142875"/>
                </a:moveTo>
                <a:lnTo>
                  <a:pt x="2466975" y="142875"/>
                </a:lnTo>
                <a:lnTo>
                  <a:pt x="2466975" y="152400"/>
                </a:lnTo>
                <a:lnTo>
                  <a:pt x="2324100" y="152400"/>
                </a:lnTo>
                <a:close/>
                <a:moveTo>
                  <a:pt x="85725" y="152400"/>
                </a:moveTo>
                <a:lnTo>
                  <a:pt x="266700" y="152400"/>
                </a:lnTo>
                <a:lnTo>
                  <a:pt x="266700" y="161925"/>
                </a:lnTo>
                <a:lnTo>
                  <a:pt x="85725" y="161925"/>
                </a:lnTo>
                <a:close/>
                <a:moveTo>
                  <a:pt x="285750" y="152400"/>
                </a:moveTo>
                <a:lnTo>
                  <a:pt x="390525" y="152400"/>
                </a:lnTo>
                <a:lnTo>
                  <a:pt x="390525" y="161925"/>
                </a:lnTo>
                <a:lnTo>
                  <a:pt x="285750" y="161925"/>
                </a:lnTo>
                <a:close/>
                <a:moveTo>
                  <a:pt x="409575" y="152400"/>
                </a:moveTo>
                <a:lnTo>
                  <a:pt x="581025" y="152400"/>
                </a:lnTo>
                <a:lnTo>
                  <a:pt x="581025" y="161925"/>
                </a:lnTo>
                <a:lnTo>
                  <a:pt x="409575" y="161925"/>
                </a:lnTo>
                <a:close/>
                <a:moveTo>
                  <a:pt x="904875" y="152400"/>
                </a:moveTo>
                <a:lnTo>
                  <a:pt x="1047750" y="152400"/>
                </a:lnTo>
                <a:lnTo>
                  <a:pt x="1047750" y="161925"/>
                </a:lnTo>
                <a:lnTo>
                  <a:pt x="904875" y="161925"/>
                </a:lnTo>
                <a:close/>
                <a:moveTo>
                  <a:pt x="1266825" y="152400"/>
                </a:moveTo>
                <a:lnTo>
                  <a:pt x="1409700" y="152400"/>
                </a:lnTo>
                <a:lnTo>
                  <a:pt x="1409700" y="161925"/>
                </a:lnTo>
                <a:lnTo>
                  <a:pt x="1266825" y="161925"/>
                </a:lnTo>
                <a:close/>
                <a:moveTo>
                  <a:pt x="1447800" y="152400"/>
                </a:moveTo>
                <a:lnTo>
                  <a:pt x="1914525" y="152400"/>
                </a:lnTo>
                <a:lnTo>
                  <a:pt x="1914525" y="161925"/>
                </a:lnTo>
                <a:lnTo>
                  <a:pt x="1447800" y="161925"/>
                </a:lnTo>
                <a:close/>
                <a:moveTo>
                  <a:pt x="1952625" y="152400"/>
                </a:moveTo>
                <a:lnTo>
                  <a:pt x="2190750" y="152400"/>
                </a:lnTo>
                <a:lnTo>
                  <a:pt x="2190750" y="161925"/>
                </a:lnTo>
                <a:lnTo>
                  <a:pt x="1952625" y="161925"/>
                </a:lnTo>
                <a:close/>
                <a:moveTo>
                  <a:pt x="2324100" y="152400"/>
                </a:moveTo>
                <a:lnTo>
                  <a:pt x="2466975" y="152400"/>
                </a:lnTo>
                <a:lnTo>
                  <a:pt x="2466975" y="161925"/>
                </a:lnTo>
                <a:lnTo>
                  <a:pt x="2324100" y="161925"/>
                </a:lnTo>
                <a:close/>
                <a:moveTo>
                  <a:pt x="95250" y="161925"/>
                </a:moveTo>
                <a:lnTo>
                  <a:pt x="571500" y="161925"/>
                </a:lnTo>
                <a:lnTo>
                  <a:pt x="571500" y="171450"/>
                </a:lnTo>
                <a:lnTo>
                  <a:pt x="95250" y="171450"/>
                </a:lnTo>
                <a:close/>
                <a:moveTo>
                  <a:pt x="904875" y="161925"/>
                </a:moveTo>
                <a:lnTo>
                  <a:pt x="1047750" y="161925"/>
                </a:lnTo>
                <a:lnTo>
                  <a:pt x="1047750" y="171450"/>
                </a:lnTo>
                <a:lnTo>
                  <a:pt x="904875" y="171450"/>
                </a:lnTo>
                <a:close/>
                <a:moveTo>
                  <a:pt x="1266825" y="161925"/>
                </a:moveTo>
                <a:lnTo>
                  <a:pt x="1409700" y="161925"/>
                </a:lnTo>
                <a:lnTo>
                  <a:pt x="1409700" y="171450"/>
                </a:lnTo>
                <a:lnTo>
                  <a:pt x="1266825" y="171450"/>
                </a:lnTo>
                <a:close/>
                <a:moveTo>
                  <a:pt x="1609725" y="161925"/>
                </a:moveTo>
                <a:lnTo>
                  <a:pt x="1752600" y="161925"/>
                </a:lnTo>
                <a:lnTo>
                  <a:pt x="1752600" y="171450"/>
                </a:lnTo>
                <a:lnTo>
                  <a:pt x="1609725" y="171450"/>
                </a:lnTo>
                <a:close/>
                <a:moveTo>
                  <a:pt x="1952625" y="161925"/>
                </a:moveTo>
                <a:lnTo>
                  <a:pt x="2190750" y="161925"/>
                </a:lnTo>
                <a:lnTo>
                  <a:pt x="2190750" y="171450"/>
                </a:lnTo>
                <a:lnTo>
                  <a:pt x="1952625" y="171450"/>
                </a:lnTo>
                <a:close/>
                <a:moveTo>
                  <a:pt x="2324100" y="161925"/>
                </a:moveTo>
                <a:lnTo>
                  <a:pt x="2466975" y="161925"/>
                </a:lnTo>
                <a:lnTo>
                  <a:pt x="2466975" y="171450"/>
                </a:lnTo>
                <a:lnTo>
                  <a:pt x="2324100" y="171450"/>
                </a:lnTo>
                <a:close/>
                <a:moveTo>
                  <a:pt x="104775" y="171450"/>
                </a:moveTo>
                <a:lnTo>
                  <a:pt x="561975" y="171450"/>
                </a:lnTo>
                <a:lnTo>
                  <a:pt x="561975" y="180975"/>
                </a:lnTo>
                <a:lnTo>
                  <a:pt x="104775" y="180975"/>
                </a:lnTo>
                <a:close/>
                <a:moveTo>
                  <a:pt x="904875" y="171450"/>
                </a:moveTo>
                <a:lnTo>
                  <a:pt x="1047750" y="171450"/>
                </a:lnTo>
                <a:lnTo>
                  <a:pt x="1047750" y="180975"/>
                </a:lnTo>
                <a:lnTo>
                  <a:pt x="904875" y="180975"/>
                </a:lnTo>
                <a:close/>
                <a:moveTo>
                  <a:pt x="1266825" y="171450"/>
                </a:moveTo>
                <a:lnTo>
                  <a:pt x="1409700" y="171450"/>
                </a:lnTo>
                <a:lnTo>
                  <a:pt x="1409700" y="180975"/>
                </a:lnTo>
                <a:lnTo>
                  <a:pt x="1266825" y="180975"/>
                </a:lnTo>
                <a:close/>
                <a:moveTo>
                  <a:pt x="1609725" y="171450"/>
                </a:moveTo>
                <a:lnTo>
                  <a:pt x="1752600" y="171450"/>
                </a:lnTo>
                <a:lnTo>
                  <a:pt x="1752600" y="180975"/>
                </a:lnTo>
                <a:lnTo>
                  <a:pt x="1609725" y="180975"/>
                </a:lnTo>
                <a:close/>
                <a:moveTo>
                  <a:pt x="1952625" y="171450"/>
                </a:moveTo>
                <a:lnTo>
                  <a:pt x="2200275" y="171450"/>
                </a:lnTo>
                <a:lnTo>
                  <a:pt x="2200275" y="180975"/>
                </a:lnTo>
                <a:lnTo>
                  <a:pt x="1952625" y="180975"/>
                </a:lnTo>
                <a:close/>
                <a:moveTo>
                  <a:pt x="2324100" y="171450"/>
                </a:moveTo>
                <a:lnTo>
                  <a:pt x="2466975" y="171450"/>
                </a:lnTo>
                <a:lnTo>
                  <a:pt x="2466975" y="180975"/>
                </a:lnTo>
                <a:lnTo>
                  <a:pt x="2324100" y="180975"/>
                </a:lnTo>
                <a:close/>
                <a:moveTo>
                  <a:pt x="114300" y="180975"/>
                </a:moveTo>
                <a:lnTo>
                  <a:pt x="561975" y="180975"/>
                </a:lnTo>
                <a:lnTo>
                  <a:pt x="561975" y="190500"/>
                </a:lnTo>
                <a:lnTo>
                  <a:pt x="114300" y="190500"/>
                </a:lnTo>
                <a:close/>
                <a:moveTo>
                  <a:pt x="904875" y="180975"/>
                </a:moveTo>
                <a:lnTo>
                  <a:pt x="1047750" y="180975"/>
                </a:lnTo>
                <a:lnTo>
                  <a:pt x="1047750" y="190500"/>
                </a:lnTo>
                <a:lnTo>
                  <a:pt x="904875" y="190500"/>
                </a:lnTo>
                <a:close/>
                <a:moveTo>
                  <a:pt x="1266825" y="180975"/>
                </a:moveTo>
                <a:lnTo>
                  <a:pt x="1409700" y="180975"/>
                </a:lnTo>
                <a:lnTo>
                  <a:pt x="1409700" y="190500"/>
                </a:lnTo>
                <a:lnTo>
                  <a:pt x="1266825" y="190500"/>
                </a:lnTo>
                <a:close/>
                <a:moveTo>
                  <a:pt x="1609725" y="180975"/>
                </a:moveTo>
                <a:lnTo>
                  <a:pt x="1752600" y="180975"/>
                </a:lnTo>
                <a:lnTo>
                  <a:pt x="1752600" y="190500"/>
                </a:lnTo>
                <a:lnTo>
                  <a:pt x="1609725" y="190500"/>
                </a:lnTo>
                <a:close/>
                <a:moveTo>
                  <a:pt x="1952625" y="180975"/>
                </a:moveTo>
                <a:lnTo>
                  <a:pt x="2200275" y="180975"/>
                </a:lnTo>
                <a:lnTo>
                  <a:pt x="2200275" y="190500"/>
                </a:lnTo>
                <a:lnTo>
                  <a:pt x="1952625" y="190500"/>
                </a:lnTo>
                <a:close/>
                <a:moveTo>
                  <a:pt x="2324100" y="180975"/>
                </a:moveTo>
                <a:lnTo>
                  <a:pt x="2466975" y="180975"/>
                </a:lnTo>
                <a:lnTo>
                  <a:pt x="2466975" y="190500"/>
                </a:lnTo>
                <a:lnTo>
                  <a:pt x="2324100" y="190500"/>
                </a:lnTo>
                <a:close/>
                <a:moveTo>
                  <a:pt x="123825" y="190500"/>
                </a:moveTo>
                <a:lnTo>
                  <a:pt x="542925" y="190500"/>
                </a:lnTo>
                <a:lnTo>
                  <a:pt x="542925" y="200025"/>
                </a:lnTo>
                <a:lnTo>
                  <a:pt x="123825" y="200025"/>
                </a:lnTo>
                <a:close/>
                <a:moveTo>
                  <a:pt x="904875" y="190500"/>
                </a:moveTo>
                <a:lnTo>
                  <a:pt x="1047750" y="190500"/>
                </a:lnTo>
                <a:lnTo>
                  <a:pt x="1047750" y="200025"/>
                </a:lnTo>
                <a:lnTo>
                  <a:pt x="904875" y="200025"/>
                </a:lnTo>
                <a:close/>
                <a:moveTo>
                  <a:pt x="1266825" y="190500"/>
                </a:moveTo>
                <a:lnTo>
                  <a:pt x="1409700" y="190500"/>
                </a:lnTo>
                <a:lnTo>
                  <a:pt x="1409700" y="200025"/>
                </a:lnTo>
                <a:lnTo>
                  <a:pt x="1266825" y="200025"/>
                </a:lnTo>
                <a:close/>
                <a:moveTo>
                  <a:pt x="1609725" y="190500"/>
                </a:moveTo>
                <a:lnTo>
                  <a:pt x="1752600" y="190500"/>
                </a:lnTo>
                <a:lnTo>
                  <a:pt x="1752600" y="200025"/>
                </a:lnTo>
                <a:lnTo>
                  <a:pt x="1609725" y="200025"/>
                </a:lnTo>
                <a:close/>
                <a:moveTo>
                  <a:pt x="1952625" y="190500"/>
                </a:moveTo>
                <a:lnTo>
                  <a:pt x="2209800" y="190500"/>
                </a:lnTo>
                <a:lnTo>
                  <a:pt x="2209800" y="200025"/>
                </a:lnTo>
                <a:lnTo>
                  <a:pt x="1952625" y="200025"/>
                </a:lnTo>
                <a:close/>
                <a:moveTo>
                  <a:pt x="2324100" y="190500"/>
                </a:moveTo>
                <a:lnTo>
                  <a:pt x="2466975" y="190500"/>
                </a:lnTo>
                <a:lnTo>
                  <a:pt x="2466975" y="200025"/>
                </a:lnTo>
                <a:lnTo>
                  <a:pt x="2324100" y="200025"/>
                </a:lnTo>
                <a:close/>
                <a:moveTo>
                  <a:pt x="133350" y="200025"/>
                </a:moveTo>
                <a:lnTo>
                  <a:pt x="533400" y="200025"/>
                </a:lnTo>
                <a:lnTo>
                  <a:pt x="533400" y="209550"/>
                </a:lnTo>
                <a:lnTo>
                  <a:pt x="133350" y="209550"/>
                </a:lnTo>
                <a:close/>
                <a:moveTo>
                  <a:pt x="904875" y="200025"/>
                </a:moveTo>
                <a:lnTo>
                  <a:pt x="1047750" y="200025"/>
                </a:lnTo>
                <a:lnTo>
                  <a:pt x="1047750" y="209550"/>
                </a:lnTo>
                <a:lnTo>
                  <a:pt x="904875" y="209550"/>
                </a:lnTo>
                <a:close/>
                <a:moveTo>
                  <a:pt x="1266825" y="200025"/>
                </a:moveTo>
                <a:lnTo>
                  <a:pt x="1409700" y="200025"/>
                </a:lnTo>
                <a:lnTo>
                  <a:pt x="1409700" y="209550"/>
                </a:lnTo>
                <a:lnTo>
                  <a:pt x="1266825" y="209550"/>
                </a:lnTo>
                <a:close/>
                <a:moveTo>
                  <a:pt x="1609725" y="200025"/>
                </a:moveTo>
                <a:lnTo>
                  <a:pt x="1752600" y="200025"/>
                </a:lnTo>
                <a:lnTo>
                  <a:pt x="1752600" y="209550"/>
                </a:lnTo>
                <a:lnTo>
                  <a:pt x="1609725" y="209550"/>
                </a:lnTo>
                <a:close/>
                <a:moveTo>
                  <a:pt x="1952625" y="200025"/>
                </a:moveTo>
                <a:lnTo>
                  <a:pt x="2219325" y="200025"/>
                </a:lnTo>
                <a:lnTo>
                  <a:pt x="2219325" y="209550"/>
                </a:lnTo>
                <a:lnTo>
                  <a:pt x="1952625" y="209550"/>
                </a:lnTo>
                <a:close/>
                <a:moveTo>
                  <a:pt x="2324100" y="200025"/>
                </a:moveTo>
                <a:lnTo>
                  <a:pt x="2466975" y="200025"/>
                </a:lnTo>
                <a:lnTo>
                  <a:pt x="2466975" y="209550"/>
                </a:lnTo>
                <a:lnTo>
                  <a:pt x="2324100" y="209550"/>
                </a:lnTo>
                <a:close/>
                <a:moveTo>
                  <a:pt x="142875" y="209550"/>
                </a:moveTo>
                <a:lnTo>
                  <a:pt x="523875" y="209550"/>
                </a:lnTo>
                <a:lnTo>
                  <a:pt x="523875" y="219075"/>
                </a:lnTo>
                <a:lnTo>
                  <a:pt x="142875" y="219075"/>
                </a:lnTo>
                <a:close/>
                <a:moveTo>
                  <a:pt x="904875" y="209550"/>
                </a:moveTo>
                <a:lnTo>
                  <a:pt x="1047750" y="209550"/>
                </a:lnTo>
                <a:lnTo>
                  <a:pt x="1047750" y="219075"/>
                </a:lnTo>
                <a:lnTo>
                  <a:pt x="904875" y="219075"/>
                </a:lnTo>
                <a:close/>
                <a:moveTo>
                  <a:pt x="1266825" y="209550"/>
                </a:moveTo>
                <a:lnTo>
                  <a:pt x="1409700" y="209550"/>
                </a:lnTo>
                <a:lnTo>
                  <a:pt x="1409700" y="219075"/>
                </a:lnTo>
                <a:lnTo>
                  <a:pt x="1266825" y="219075"/>
                </a:lnTo>
                <a:close/>
                <a:moveTo>
                  <a:pt x="1609725" y="209550"/>
                </a:moveTo>
                <a:lnTo>
                  <a:pt x="1752600" y="209550"/>
                </a:lnTo>
                <a:lnTo>
                  <a:pt x="1752600" y="219075"/>
                </a:lnTo>
                <a:lnTo>
                  <a:pt x="1609725" y="219075"/>
                </a:lnTo>
                <a:close/>
                <a:moveTo>
                  <a:pt x="1952625" y="209550"/>
                </a:moveTo>
                <a:lnTo>
                  <a:pt x="2219325" y="209550"/>
                </a:lnTo>
                <a:lnTo>
                  <a:pt x="2219325" y="219075"/>
                </a:lnTo>
                <a:lnTo>
                  <a:pt x="1952625" y="219075"/>
                </a:lnTo>
                <a:close/>
                <a:moveTo>
                  <a:pt x="2324100" y="209550"/>
                </a:moveTo>
                <a:lnTo>
                  <a:pt x="2466975" y="209550"/>
                </a:lnTo>
                <a:lnTo>
                  <a:pt x="2466975" y="219075"/>
                </a:lnTo>
                <a:lnTo>
                  <a:pt x="2324100" y="219075"/>
                </a:lnTo>
                <a:close/>
                <a:moveTo>
                  <a:pt x="161925" y="219075"/>
                </a:moveTo>
                <a:lnTo>
                  <a:pt x="514350" y="219075"/>
                </a:lnTo>
                <a:lnTo>
                  <a:pt x="514350" y="228600"/>
                </a:lnTo>
                <a:lnTo>
                  <a:pt x="161925" y="228600"/>
                </a:lnTo>
                <a:close/>
                <a:moveTo>
                  <a:pt x="904875" y="219075"/>
                </a:moveTo>
                <a:lnTo>
                  <a:pt x="1047750" y="219075"/>
                </a:lnTo>
                <a:lnTo>
                  <a:pt x="1047750" y="228600"/>
                </a:lnTo>
                <a:lnTo>
                  <a:pt x="904875" y="228600"/>
                </a:lnTo>
                <a:close/>
                <a:moveTo>
                  <a:pt x="1266825" y="219075"/>
                </a:moveTo>
                <a:lnTo>
                  <a:pt x="1409700" y="219075"/>
                </a:lnTo>
                <a:lnTo>
                  <a:pt x="1409700" y="228600"/>
                </a:lnTo>
                <a:lnTo>
                  <a:pt x="1266825" y="228600"/>
                </a:lnTo>
                <a:close/>
                <a:moveTo>
                  <a:pt x="1609725" y="219075"/>
                </a:moveTo>
                <a:lnTo>
                  <a:pt x="1752600" y="219075"/>
                </a:lnTo>
                <a:lnTo>
                  <a:pt x="1752600" y="228600"/>
                </a:lnTo>
                <a:lnTo>
                  <a:pt x="1609725" y="228600"/>
                </a:lnTo>
                <a:close/>
                <a:moveTo>
                  <a:pt x="1952625" y="219075"/>
                </a:moveTo>
                <a:lnTo>
                  <a:pt x="2228850" y="219075"/>
                </a:lnTo>
                <a:lnTo>
                  <a:pt x="2228850" y="228600"/>
                </a:lnTo>
                <a:lnTo>
                  <a:pt x="1952625" y="228600"/>
                </a:lnTo>
                <a:close/>
                <a:moveTo>
                  <a:pt x="2324100" y="219075"/>
                </a:moveTo>
                <a:lnTo>
                  <a:pt x="2466975" y="219075"/>
                </a:lnTo>
                <a:lnTo>
                  <a:pt x="2466975" y="228600"/>
                </a:lnTo>
                <a:lnTo>
                  <a:pt x="2324100" y="228600"/>
                </a:lnTo>
                <a:close/>
                <a:moveTo>
                  <a:pt x="171450" y="228600"/>
                </a:moveTo>
                <a:lnTo>
                  <a:pt x="495300" y="228600"/>
                </a:lnTo>
                <a:lnTo>
                  <a:pt x="495300" y="238125"/>
                </a:lnTo>
                <a:lnTo>
                  <a:pt x="171450" y="238125"/>
                </a:lnTo>
                <a:close/>
                <a:moveTo>
                  <a:pt x="904875" y="228600"/>
                </a:moveTo>
                <a:lnTo>
                  <a:pt x="1047750" y="228600"/>
                </a:lnTo>
                <a:lnTo>
                  <a:pt x="1047750" y="238125"/>
                </a:lnTo>
                <a:lnTo>
                  <a:pt x="904875" y="238125"/>
                </a:lnTo>
                <a:close/>
                <a:moveTo>
                  <a:pt x="1266825" y="228600"/>
                </a:moveTo>
                <a:lnTo>
                  <a:pt x="1409700" y="228600"/>
                </a:lnTo>
                <a:lnTo>
                  <a:pt x="1409700" y="238125"/>
                </a:lnTo>
                <a:lnTo>
                  <a:pt x="1266825" y="238125"/>
                </a:lnTo>
                <a:close/>
                <a:moveTo>
                  <a:pt x="1609725" y="228600"/>
                </a:moveTo>
                <a:lnTo>
                  <a:pt x="1752600" y="228600"/>
                </a:lnTo>
                <a:lnTo>
                  <a:pt x="1752600" y="238125"/>
                </a:lnTo>
                <a:lnTo>
                  <a:pt x="1609725" y="238125"/>
                </a:lnTo>
                <a:close/>
                <a:moveTo>
                  <a:pt x="1952625" y="228600"/>
                </a:moveTo>
                <a:lnTo>
                  <a:pt x="2238375" y="228600"/>
                </a:lnTo>
                <a:lnTo>
                  <a:pt x="2238375" y="238125"/>
                </a:lnTo>
                <a:lnTo>
                  <a:pt x="1952625" y="238125"/>
                </a:lnTo>
                <a:close/>
                <a:moveTo>
                  <a:pt x="2324100" y="228600"/>
                </a:moveTo>
                <a:lnTo>
                  <a:pt x="2466975" y="228600"/>
                </a:lnTo>
                <a:lnTo>
                  <a:pt x="2466975" y="238125"/>
                </a:lnTo>
                <a:lnTo>
                  <a:pt x="2324100" y="238125"/>
                </a:lnTo>
                <a:close/>
                <a:moveTo>
                  <a:pt x="190500" y="238125"/>
                </a:moveTo>
                <a:lnTo>
                  <a:pt x="476250" y="238125"/>
                </a:lnTo>
                <a:lnTo>
                  <a:pt x="476250" y="247650"/>
                </a:lnTo>
                <a:lnTo>
                  <a:pt x="190500" y="247650"/>
                </a:lnTo>
                <a:close/>
                <a:moveTo>
                  <a:pt x="904875" y="238125"/>
                </a:moveTo>
                <a:lnTo>
                  <a:pt x="1047750" y="238125"/>
                </a:lnTo>
                <a:lnTo>
                  <a:pt x="1047750" y="247650"/>
                </a:lnTo>
                <a:lnTo>
                  <a:pt x="904875" y="247650"/>
                </a:lnTo>
                <a:close/>
                <a:moveTo>
                  <a:pt x="1266825" y="238125"/>
                </a:moveTo>
                <a:lnTo>
                  <a:pt x="1409700" y="238125"/>
                </a:lnTo>
                <a:lnTo>
                  <a:pt x="1409700" y="247650"/>
                </a:lnTo>
                <a:lnTo>
                  <a:pt x="1266825" y="247650"/>
                </a:lnTo>
                <a:close/>
                <a:moveTo>
                  <a:pt x="1609725" y="238125"/>
                </a:moveTo>
                <a:lnTo>
                  <a:pt x="1752600" y="238125"/>
                </a:lnTo>
                <a:lnTo>
                  <a:pt x="1752600" y="247650"/>
                </a:lnTo>
                <a:lnTo>
                  <a:pt x="1609725" y="247650"/>
                </a:lnTo>
                <a:close/>
                <a:moveTo>
                  <a:pt x="1952625" y="238125"/>
                </a:moveTo>
                <a:lnTo>
                  <a:pt x="2238375" y="238125"/>
                </a:lnTo>
                <a:lnTo>
                  <a:pt x="2238375" y="247650"/>
                </a:lnTo>
                <a:lnTo>
                  <a:pt x="1952625" y="247650"/>
                </a:lnTo>
                <a:close/>
                <a:moveTo>
                  <a:pt x="2324100" y="238125"/>
                </a:moveTo>
                <a:lnTo>
                  <a:pt x="2466975" y="238125"/>
                </a:lnTo>
                <a:lnTo>
                  <a:pt x="2466975" y="247650"/>
                </a:lnTo>
                <a:lnTo>
                  <a:pt x="2324100" y="247650"/>
                </a:lnTo>
                <a:close/>
                <a:moveTo>
                  <a:pt x="209550" y="247650"/>
                </a:moveTo>
                <a:lnTo>
                  <a:pt x="457200" y="247650"/>
                </a:lnTo>
                <a:lnTo>
                  <a:pt x="457200" y="257175"/>
                </a:lnTo>
                <a:lnTo>
                  <a:pt x="209550" y="257175"/>
                </a:lnTo>
                <a:close/>
                <a:moveTo>
                  <a:pt x="904875" y="247650"/>
                </a:moveTo>
                <a:lnTo>
                  <a:pt x="1047750" y="247650"/>
                </a:lnTo>
                <a:lnTo>
                  <a:pt x="1047750" y="257175"/>
                </a:lnTo>
                <a:lnTo>
                  <a:pt x="904875" y="257175"/>
                </a:lnTo>
                <a:close/>
                <a:moveTo>
                  <a:pt x="1266825" y="247650"/>
                </a:moveTo>
                <a:lnTo>
                  <a:pt x="1409700" y="247650"/>
                </a:lnTo>
                <a:lnTo>
                  <a:pt x="1409700" y="257175"/>
                </a:lnTo>
                <a:lnTo>
                  <a:pt x="1266825" y="257175"/>
                </a:lnTo>
                <a:close/>
                <a:moveTo>
                  <a:pt x="1609725" y="247650"/>
                </a:moveTo>
                <a:lnTo>
                  <a:pt x="1752600" y="247650"/>
                </a:lnTo>
                <a:lnTo>
                  <a:pt x="1752600" y="257175"/>
                </a:lnTo>
                <a:lnTo>
                  <a:pt x="1609725" y="257175"/>
                </a:lnTo>
                <a:close/>
                <a:moveTo>
                  <a:pt x="1952625" y="247650"/>
                </a:moveTo>
                <a:lnTo>
                  <a:pt x="2247900" y="247650"/>
                </a:lnTo>
                <a:lnTo>
                  <a:pt x="2247900" y="257175"/>
                </a:lnTo>
                <a:lnTo>
                  <a:pt x="1952625" y="257175"/>
                </a:lnTo>
                <a:close/>
                <a:moveTo>
                  <a:pt x="2324100" y="247650"/>
                </a:moveTo>
                <a:lnTo>
                  <a:pt x="2466975" y="247650"/>
                </a:lnTo>
                <a:lnTo>
                  <a:pt x="2466975" y="257175"/>
                </a:lnTo>
                <a:lnTo>
                  <a:pt x="2324100" y="257175"/>
                </a:lnTo>
                <a:close/>
                <a:moveTo>
                  <a:pt x="238125" y="257175"/>
                </a:moveTo>
                <a:lnTo>
                  <a:pt x="428625" y="257175"/>
                </a:lnTo>
                <a:lnTo>
                  <a:pt x="428625" y="266700"/>
                </a:lnTo>
                <a:lnTo>
                  <a:pt x="238125" y="266700"/>
                </a:lnTo>
                <a:close/>
                <a:moveTo>
                  <a:pt x="904875" y="257175"/>
                </a:moveTo>
                <a:lnTo>
                  <a:pt x="1047750" y="257175"/>
                </a:lnTo>
                <a:lnTo>
                  <a:pt x="1047750" y="266700"/>
                </a:lnTo>
                <a:lnTo>
                  <a:pt x="904875" y="266700"/>
                </a:lnTo>
                <a:close/>
                <a:moveTo>
                  <a:pt x="1266825" y="257175"/>
                </a:moveTo>
                <a:lnTo>
                  <a:pt x="1409700" y="257175"/>
                </a:lnTo>
                <a:lnTo>
                  <a:pt x="1409700" y="266700"/>
                </a:lnTo>
                <a:lnTo>
                  <a:pt x="1266825" y="266700"/>
                </a:lnTo>
                <a:close/>
                <a:moveTo>
                  <a:pt x="1609725" y="257175"/>
                </a:moveTo>
                <a:lnTo>
                  <a:pt x="1752600" y="257175"/>
                </a:lnTo>
                <a:lnTo>
                  <a:pt x="1752600" y="266700"/>
                </a:lnTo>
                <a:lnTo>
                  <a:pt x="1609725" y="266700"/>
                </a:lnTo>
                <a:close/>
                <a:moveTo>
                  <a:pt x="1952625" y="257175"/>
                </a:moveTo>
                <a:lnTo>
                  <a:pt x="2247900" y="257175"/>
                </a:lnTo>
                <a:lnTo>
                  <a:pt x="2247900" y="266700"/>
                </a:lnTo>
                <a:lnTo>
                  <a:pt x="1952625" y="266700"/>
                </a:lnTo>
                <a:close/>
                <a:moveTo>
                  <a:pt x="2324100" y="257175"/>
                </a:moveTo>
                <a:lnTo>
                  <a:pt x="2466975" y="257175"/>
                </a:lnTo>
                <a:lnTo>
                  <a:pt x="2466975" y="266700"/>
                </a:lnTo>
                <a:lnTo>
                  <a:pt x="2324100" y="266700"/>
                </a:lnTo>
                <a:close/>
                <a:moveTo>
                  <a:pt x="28575" y="266700"/>
                </a:moveTo>
                <a:lnTo>
                  <a:pt x="638175" y="266700"/>
                </a:lnTo>
                <a:lnTo>
                  <a:pt x="638175" y="276225"/>
                </a:lnTo>
                <a:lnTo>
                  <a:pt x="28575" y="276225"/>
                </a:lnTo>
                <a:close/>
                <a:moveTo>
                  <a:pt x="904875" y="266700"/>
                </a:moveTo>
                <a:lnTo>
                  <a:pt x="1047750" y="266700"/>
                </a:lnTo>
                <a:lnTo>
                  <a:pt x="1047750" y="276225"/>
                </a:lnTo>
                <a:lnTo>
                  <a:pt x="904875" y="276225"/>
                </a:lnTo>
                <a:close/>
                <a:moveTo>
                  <a:pt x="1266825" y="266700"/>
                </a:moveTo>
                <a:lnTo>
                  <a:pt x="1409700" y="266700"/>
                </a:lnTo>
                <a:lnTo>
                  <a:pt x="1409700" y="276225"/>
                </a:lnTo>
                <a:lnTo>
                  <a:pt x="1266825" y="276225"/>
                </a:lnTo>
                <a:close/>
                <a:moveTo>
                  <a:pt x="1609725" y="266700"/>
                </a:moveTo>
                <a:lnTo>
                  <a:pt x="1752600" y="266700"/>
                </a:lnTo>
                <a:lnTo>
                  <a:pt x="1752600" y="276225"/>
                </a:lnTo>
                <a:lnTo>
                  <a:pt x="1609725" y="276225"/>
                </a:lnTo>
                <a:close/>
                <a:moveTo>
                  <a:pt x="1952625" y="266700"/>
                </a:moveTo>
                <a:lnTo>
                  <a:pt x="2095500" y="266700"/>
                </a:lnTo>
                <a:lnTo>
                  <a:pt x="2095500" y="276225"/>
                </a:lnTo>
                <a:lnTo>
                  <a:pt x="1952625" y="276225"/>
                </a:lnTo>
                <a:close/>
                <a:moveTo>
                  <a:pt x="2105025" y="266700"/>
                </a:moveTo>
                <a:lnTo>
                  <a:pt x="2257425" y="266700"/>
                </a:lnTo>
                <a:lnTo>
                  <a:pt x="2257425" y="276225"/>
                </a:lnTo>
                <a:lnTo>
                  <a:pt x="2105025" y="276225"/>
                </a:lnTo>
                <a:close/>
                <a:moveTo>
                  <a:pt x="2324100" y="266700"/>
                </a:moveTo>
                <a:lnTo>
                  <a:pt x="2466975" y="266700"/>
                </a:lnTo>
                <a:lnTo>
                  <a:pt x="2466975" y="276225"/>
                </a:lnTo>
                <a:lnTo>
                  <a:pt x="2324100" y="276225"/>
                </a:lnTo>
                <a:close/>
                <a:moveTo>
                  <a:pt x="28575" y="276225"/>
                </a:moveTo>
                <a:lnTo>
                  <a:pt x="638175" y="276225"/>
                </a:lnTo>
                <a:lnTo>
                  <a:pt x="638175" y="285750"/>
                </a:lnTo>
                <a:lnTo>
                  <a:pt x="28575" y="285750"/>
                </a:lnTo>
                <a:close/>
                <a:moveTo>
                  <a:pt x="904875" y="276225"/>
                </a:moveTo>
                <a:lnTo>
                  <a:pt x="1047750" y="276225"/>
                </a:lnTo>
                <a:lnTo>
                  <a:pt x="1047750" y="285750"/>
                </a:lnTo>
                <a:lnTo>
                  <a:pt x="904875" y="285750"/>
                </a:lnTo>
                <a:close/>
                <a:moveTo>
                  <a:pt x="1266825" y="276225"/>
                </a:moveTo>
                <a:lnTo>
                  <a:pt x="1409700" y="276225"/>
                </a:lnTo>
                <a:lnTo>
                  <a:pt x="1409700" y="285750"/>
                </a:lnTo>
                <a:lnTo>
                  <a:pt x="1266825" y="285750"/>
                </a:lnTo>
                <a:close/>
                <a:moveTo>
                  <a:pt x="1609725" y="276225"/>
                </a:moveTo>
                <a:lnTo>
                  <a:pt x="1752600" y="276225"/>
                </a:lnTo>
                <a:lnTo>
                  <a:pt x="1752600" y="285750"/>
                </a:lnTo>
                <a:lnTo>
                  <a:pt x="1609725" y="285750"/>
                </a:lnTo>
                <a:close/>
                <a:moveTo>
                  <a:pt x="1952625" y="276225"/>
                </a:moveTo>
                <a:lnTo>
                  <a:pt x="2095500" y="276225"/>
                </a:lnTo>
                <a:lnTo>
                  <a:pt x="2095500" y="285750"/>
                </a:lnTo>
                <a:lnTo>
                  <a:pt x="1952625" y="285750"/>
                </a:lnTo>
                <a:close/>
                <a:moveTo>
                  <a:pt x="2114550" y="276225"/>
                </a:moveTo>
                <a:lnTo>
                  <a:pt x="2266950" y="276225"/>
                </a:lnTo>
                <a:lnTo>
                  <a:pt x="2266950" y="285750"/>
                </a:lnTo>
                <a:lnTo>
                  <a:pt x="2114550" y="285750"/>
                </a:lnTo>
                <a:close/>
                <a:moveTo>
                  <a:pt x="2324100" y="276225"/>
                </a:moveTo>
                <a:lnTo>
                  <a:pt x="2466975" y="276225"/>
                </a:lnTo>
                <a:lnTo>
                  <a:pt x="2466975" y="285750"/>
                </a:lnTo>
                <a:lnTo>
                  <a:pt x="2324100" y="285750"/>
                </a:lnTo>
                <a:close/>
                <a:moveTo>
                  <a:pt x="28575" y="285750"/>
                </a:moveTo>
                <a:lnTo>
                  <a:pt x="638175" y="285750"/>
                </a:lnTo>
                <a:lnTo>
                  <a:pt x="638175" y="295275"/>
                </a:lnTo>
                <a:lnTo>
                  <a:pt x="28575" y="295275"/>
                </a:lnTo>
                <a:close/>
                <a:moveTo>
                  <a:pt x="904875" y="285750"/>
                </a:moveTo>
                <a:lnTo>
                  <a:pt x="1047750" y="285750"/>
                </a:lnTo>
                <a:lnTo>
                  <a:pt x="1047750" y="295275"/>
                </a:lnTo>
                <a:lnTo>
                  <a:pt x="904875" y="295275"/>
                </a:lnTo>
                <a:close/>
                <a:moveTo>
                  <a:pt x="1266825" y="285750"/>
                </a:moveTo>
                <a:lnTo>
                  <a:pt x="1409700" y="285750"/>
                </a:lnTo>
                <a:lnTo>
                  <a:pt x="1409700" y="295275"/>
                </a:lnTo>
                <a:lnTo>
                  <a:pt x="1266825" y="295275"/>
                </a:lnTo>
                <a:close/>
                <a:moveTo>
                  <a:pt x="1609725" y="285750"/>
                </a:moveTo>
                <a:lnTo>
                  <a:pt x="1752600" y="285750"/>
                </a:lnTo>
                <a:lnTo>
                  <a:pt x="1752600" y="295275"/>
                </a:lnTo>
                <a:lnTo>
                  <a:pt x="1609725" y="295275"/>
                </a:lnTo>
                <a:close/>
                <a:moveTo>
                  <a:pt x="1952625" y="285750"/>
                </a:moveTo>
                <a:lnTo>
                  <a:pt x="2095500" y="285750"/>
                </a:lnTo>
                <a:lnTo>
                  <a:pt x="2095500" y="295275"/>
                </a:lnTo>
                <a:lnTo>
                  <a:pt x="1952625" y="295275"/>
                </a:lnTo>
                <a:close/>
                <a:moveTo>
                  <a:pt x="2114550" y="285750"/>
                </a:moveTo>
                <a:lnTo>
                  <a:pt x="2266950" y="285750"/>
                </a:lnTo>
                <a:lnTo>
                  <a:pt x="2266950" y="295275"/>
                </a:lnTo>
                <a:lnTo>
                  <a:pt x="2114550" y="295275"/>
                </a:lnTo>
                <a:close/>
                <a:moveTo>
                  <a:pt x="2324100" y="285750"/>
                </a:moveTo>
                <a:lnTo>
                  <a:pt x="2466975" y="285750"/>
                </a:lnTo>
                <a:lnTo>
                  <a:pt x="2466975" y="295275"/>
                </a:lnTo>
                <a:lnTo>
                  <a:pt x="2324100" y="295275"/>
                </a:lnTo>
                <a:close/>
                <a:moveTo>
                  <a:pt x="28575" y="295275"/>
                </a:moveTo>
                <a:lnTo>
                  <a:pt x="638175" y="295275"/>
                </a:lnTo>
                <a:lnTo>
                  <a:pt x="638175" y="304800"/>
                </a:lnTo>
                <a:lnTo>
                  <a:pt x="28575" y="304800"/>
                </a:lnTo>
                <a:close/>
                <a:moveTo>
                  <a:pt x="904875" y="295275"/>
                </a:moveTo>
                <a:lnTo>
                  <a:pt x="1047750" y="295275"/>
                </a:lnTo>
                <a:lnTo>
                  <a:pt x="1047750" y="304800"/>
                </a:lnTo>
                <a:lnTo>
                  <a:pt x="904875" y="304800"/>
                </a:lnTo>
                <a:close/>
                <a:moveTo>
                  <a:pt x="1266825" y="295275"/>
                </a:moveTo>
                <a:lnTo>
                  <a:pt x="1409700" y="295275"/>
                </a:lnTo>
                <a:lnTo>
                  <a:pt x="1409700" y="304800"/>
                </a:lnTo>
                <a:lnTo>
                  <a:pt x="1266825" y="304800"/>
                </a:lnTo>
                <a:close/>
                <a:moveTo>
                  <a:pt x="1609725" y="295275"/>
                </a:moveTo>
                <a:lnTo>
                  <a:pt x="1752600" y="295275"/>
                </a:lnTo>
                <a:lnTo>
                  <a:pt x="1752600" y="304800"/>
                </a:lnTo>
                <a:lnTo>
                  <a:pt x="1609725" y="304800"/>
                </a:lnTo>
                <a:close/>
                <a:moveTo>
                  <a:pt x="1952625" y="295275"/>
                </a:moveTo>
                <a:lnTo>
                  <a:pt x="2095500" y="295275"/>
                </a:lnTo>
                <a:lnTo>
                  <a:pt x="2095500" y="304800"/>
                </a:lnTo>
                <a:lnTo>
                  <a:pt x="1952625" y="304800"/>
                </a:lnTo>
                <a:close/>
                <a:moveTo>
                  <a:pt x="2124075" y="295275"/>
                </a:moveTo>
                <a:lnTo>
                  <a:pt x="2276475" y="295275"/>
                </a:lnTo>
                <a:lnTo>
                  <a:pt x="2276475" y="304800"/>
                </a:lnTo>
                <a:lnTo>
                  <a:pt x="2124075" y="304800"/>
                </a:lnTo>
                <a:close/>
                <a:moveTo>
                  <a:pt x="2324100" y="295275"/>
                </a:moveTo>
                <a:lnTo>
                  <a:pt x="2466975" y="295275"/>
                </a:lnTo>
                <a:lnTo>
                  <a:pt x="2466975" y="304800"/>
                </a:lnTo>
                <a:lnTo>
                  <a:pt x="2324100" y="304800"/>
                </a:lnTo>
                <a:close/>
                <a:moveTo>
                  <a:pt x="28575" y="304800"/>
                </a:moveTo>
                <a:lnTo>
                  <a:pt x="638175" y="304800"/>
                </a:lnTo>
                <a:lnTo>
                  <a:pt x="638175" y="314325"/>
                </a:lnTo>
                <a:lnTo>
                  <a:pt x="28575" y="314325"/>
                </a:lnTo>
                <a:close/>
                <a:moveTo>
                  <a:pt x="904875" y="304800"/>
                </a:moveTo>
                <a:lnTo>
                  <a:pt x="1047750" y="304800"/>
                </a:lnTo>
                <a:lnTo>
                  <a:pt x="1047750" y="314325"/>
                </a:lnTo>
                <a:lnTo>
                  <a:pt x="904875" y="314325"/>
                </a:lnTo>
                <a:close/>
                <a:moveTo>
                  <a:pt x="1266825" y="304800"/>
                </a:moveTo>
                <a:lnTo>
                  <a:pt x="1409700" y="304800"/>
                </a:lnTo>
                <a:lnTo>
                  <a:pt x="1409700" y="314325"/>
                </a:lnTo>
                <a:lnTo>
                  <a:pt x="1266825" y="314325"/>
                </a:lnTo>
                <a:close/>
                <a:moveTo>
                  <a:pt x="1609725" y="304800"/>
                </a:moveTo>
                <a:lnTo>
                  <a:pt x="1752600" y="304800"/>
                </a:lnTo>
                <a:lnTo>
                  <a:pt x="1752600" y="314325"/>
                </a:lnTo>
                <a:lnTo>
                  <a:pt x="1609725" y="314325"/>
                </a:lnTo>
                <a:close/>
                <a:moveTo>
                  <a:pt x="1952625" y="304800"/>
                </a:moveTo>
                <a:lnTo>
                  <a:pt x="2095500" y="304800"/>
                </a:lnTo>
                <a:lnTo>
                  <a:pt x="2095500" y="314325"/>
                </a:lnTo>
                <a:lnTo>
                  <a:pt x="1952625" y="314325"/>
                </a:lnTo>
                <a:close/>
                <a:moveTo>
                  <a:pt x="2124075" y="304800"/>
                </a:moveTo>
                <a:lnTo>
                  <a:pt x="2286000" y="304800"/>
                </a:lnTo>
                <a:lnTo>
                  <a:pt x="2286000" y="314325"/>
                </a:lnTo>
                <a:lnTo>
                  <a:pt x="2124075" y="314325"/>
                </a:lnTo>
                <a:close/>
                <a:moveTo>
                  <a:pt x="2324100" y="304800"/>
                </a:moveTo>
                <a:lnTo>
                  <a:pt x="2466975" y="304800"/>
                </a:lnTo>
                <a:lnTo>
                  <a:pt x="2466975" y="314325"/>
                </a:lnTo>
                <a:lnTo>
                  <a:pt x="2324100" y="314325"/>
                </a:lnTo>
                <a:close/>
                <a:moveTo>
                  <a:pt x="28575" y="314325"/>
                </a:moveTo>
                <a:lnTo>
                  <a:pt x="638175" y="314325"/>
                </a:lnTo>
                <a:lnTo>
                  <a:pt x="638175" y="323850"/>
                </a:lnTo>
                <a:lnTo>
                  <a:pt x="28575" y="323850"/>
                </a:lnTo>
                <a:close/>
                <a:moveTo>
                  <a:pt x="904875" y="314325"/>
                </a:moveTo>
                <a:lnTo>
                  <a:pt x="1047750" y="314325"/>
                </a:lnTo>
                <a:lnTo>
                  <a:pt x="1047750" y="323850"/>
                </a:lnTo>
                <a:lnTo>
                  <a:pt x="904875" y="323850"/>
                </a:lnTo>
                <a:close/>
                <a:moveTo>
                  <a:pt x="1266825" y="314325"/>
                </a:moveTo>
                <a:lnTo>
                  <a:pt x="1409700" y="314325"/>
                </a:lnTo>
                <a:lnTo>
                  <a:pt x="1409700" y="323850"/>
                </a:lnTo>
                <a:lnTo>
                  <a:pt x="1266825" y="323850"/>
                </a:lnTo>
                <a:close/>
                <a:moveTo>
                  <a:pt x="1609725" y="314325"/>
                </a:moveTo>
                <a:lnTo>
                  <a:pt x="1752600" y="314325"/>
                </a:lnTo>
                <a:lnTo>
                  <a:pt x="1752600" y="323850"/>
                </a:lnTo>
                <a:lnTo>
                  <a:pt x="1609725" y="323850"/>
                </a:lnTo>
                <a:close/>
                <a:moveTo>
                  <a:pt x="1952625" y="314325"/>
                </a:moveTo>
                <a:lnTo>
                  <a:pt x="2095500" y="314325"/>
                </a:lnTo>
                <a:lnTo>
                  <a:pt x="2095500" y="323850"/>
                </a:lnTo>
                <a:lnTo>
                  <a:pt x="1952625" y="323850"/>
                </a:lnTo>
                <a:close/>
                <a:moveTo>
                  <a:pt x="2133600" y="314325"/>
                </a:moveTo>
                <a:lnTo>
                  <a:pt x="2286000" y="314325"/>
                </a:lnTo>
                <a:lnTo>
                  <a:pt x="2286000" y="323850"/>
                </a:lnTo>
                <a:lnTo>
                  <a:pt x="2133600" y="323850"/>
                </a:lnTo>
                <a:close/>
                <a:moveTo>
                  <a:pt x="2324100" y="314325"/>
                </a:moveTo>
                <a:lnTo>
                  <a:pt x="2466975" y="314325"/>
                </a:lnTo>
                <a:lnTo>
                  <a:pt x="2466975" y="323850"/>
                </a:lnTo>
                <a:lnTo>
                  <a:pt x="2324100" y="323850"/>
                </a:lnTo>
                <a:close/>
                <a:moveTo>
                  <a:pt x="28575" y="323850"/>
                </a:moveTo>
                <a:lnTo>
                  <a:pt x="638175" y="323850"/>
                </a:lnTo>
                <a:lnTo>
                  <a:pt x="638175" y="333375"/>
                </a:lnTo>
                <a:lnTo>
                  <a:pt x="28575" y="333375"/>
                </a:lnTo>
                <a:close/>
                <a:moveTo>
                  <a:pt x="904875" y="323850"/>
                </a:moveTo>
                <a:lnTo>
                  <a:pt x="1047750" y="323850"/>
                </a:lnTo>
                <a:lnTo>
                  <a:pt x="1047750" y="333375"/>
                </a:lnTo>
                <a:lnTo>
                  <a:pt x="904875" y="333375"/>
                </a:lnTo>
                <a:close/>
                <a:moveTo>
                  <a:pt x="1266825" y="323850"/>
                </a:moveTo>
                <a:lnTo>
                  <a:pt x="1409700" y="323850"/>
                </a:lnTo>
                <a:lnTo>
                  <a:pt x="1409700" y="333375"/>
                </a:lnTo>
                <a:lnTo>
                  <a:pt x="1266825" y="333375"/>
                </a:lnTo>
                <a:close/>
                <a:moveTo>
                  <a:pt x="1609725" y="323850"/>
                </a:moveTo>
                <a:lnTo>
                  <a:pt x="1752600" y="323850"/>
                </a:lnTo>
                <a:lnTo>
                  <a:pt x="1752600" y="333375"/>
                </a:lnTo>
                <a:lnTo>
                  <a:pt x="1609725" y="333375"/>
                </a:lnTo>
                <a:close/>
                <a:moveTo>
                  <a:pt x="1952625" y="323850"/>
                </a:moveTo>
                <a:lnTo>
                  <a:pt x="2095500" y="323850"/>
                </a:lnTo>
                <a:lnTo>
                  <a:pt x="2095500" y="333375"/>
                </a:lnTo>
                <a:lnTo>
                  <a:pt x="1952625" y="333375"/>
                </a:lnTo>
                <a:close/>
                <a:moveTo>
                  <a:pt x="2143125" y="323850"/>
                </a:moveTo>
                <a:lnTo>
                  <a:pt x="2295525" y="323850"/>
                </a:lnTo>
                <a:lnTo>
                  <a:pt x="2295525" y="333375"/>
                </a:lnTo>
                <a:lnTo>
                  <a:pt x="2143125" y="333375"/>
                </a:lnTo>
                <a:close/>
                <a:moveTo>
                  <a:pt x="2324100" y="323850"/>
                </a:moveTo>
                <a:lnTo>
                  <a:pt x="2466975" y="323850"/>
                </a:lnTo>
                <a:lnTo>
                  <a:pt x="2466975" y="333375"/>
                </a:lnTo>
                <a:lnTo>
                  <a:pt x="2324100" y="333375"/>
                </a:lnTo>
                <a:close/>
                <a:moveTo>
                  <a:pt x="28575" y="333375"/>
                </a:moveTo>
                <a:lnTo>
                  <a:pt x="638175" y="333375"/>
                </a:lnTo>
                <a:lnTo>
                  <a:pt x="638175" y="342900"/>
                </a:lnTo>
                <a:lnTo>
                  <a:pt x="28575" y="342900"/>
                </a:lnTo>
                <a:close/>
                <a:moveTo>
                  <a:pt x="904875" y="333375"/>
                </a:moveTo>
                <a:lnTo>
                  <a:pt x="1047750" y="333375"/>
                </a:lnTo>
                <a:lnTo>
                  <a:pt x="1047750" y="342900"/>
                </a:lnTo>
                <a:lnTo>
                  <a:pt x="904875" y="342900"/>
                </a:lnTo>
                <a:close/>
                <a:moveTo>
                  <a:pt x="1266825" y="333375"/>
                </a:moveTo>
                <a:lnTo>
                  <a:pt x="1409700" y="333375"/>
                </a:lnTo>
                <a:lnTo>
                  <a:pt x="1409700" y="342900"/>
                </a:lnTo>
                <a:lnTo>
                  <a:pt x="1266825" y="342900"/>
                </a:lnTo>
                <a:close/>
                <a:moveTo>
                  <a:pt x="1609725" y="333375"/>
                </a:moveTo>
                <a:lnTo>
                  <a:pt x="1752600" y="333375"/>
                </a:lnTo>
                <a:lnTo>
                  <a:pt x="1752600" y="342900"/>
                </a:lnTo>
                <a:lnTo>
                  <a:pt x="1609725" y="342900"/>
                </a:lnTo>
                <a:close/>
                <a:moveTo>
                  <a:pt x="1952625" y="333375"/>
                </a:moveTo>
                <a:lnTo>
                  <a:pt x="2095500" y="333375"/>
                </a:lnTo>
                <a:lnTo>
                  <a:pt x="2095500" y="342900"/>
                </a:lnTo>
                <a:lnTo>
                  <a:pt x="1952625" y="342900"/>
                </a:lnTo>
                <a:close/>
                <a:moveTo>
                  <a:pt x="2143125" y="333375"/>
                </a:moveTo>
                <a:lnTo>
                  <a:pt x="2305050" y="333375"/>
                </a:lnTo>
                <a:lnTo>
                  <a:pt x="2305050" y="342900"/>
                </a:lnTo>
                <a:lnTo>
                  <a:pt x="2143125" y="342900"/>
                </a:lnTo>
                <a:close/>
                <a:moveTo>
                  <a:pt x="2324100" y="333375"/>
                </a:moveTo>
                <a:lnTo>
                  <a:pt x="2466975" y="333375"/>
                </a:lnTo>
                <a:lnTo>
                  <a:pt x="2466975" y="342900"/>
                </a:lnTo>
                <a:lnTo>
                  <a:pt x="2324100" y="342900"/>
                </a:lnTo>
                <a:close/>
                <a:moveTo>
                  <a:pt x="28575" y="342900"/>
                </a:moveTo>
                <a:lnTo>
                  <a:pt x="638175" y="342900"/>
                </a:lnTo>
                <a:lnTo>
                  <a:pt x="638175" y="352425"/>
                </a:lnTo>
                <a:lnTo>
                  <a:pt x="28575" y="352425"/>
                </a:lnTo>
                <a:close/>
                <a:moveTo>
                  <a:pt x="904875" y="342900"/>
                </a:moveTo>
                <a:lnTo>
                  <a:pt x="1047750" y="342900"/>
                </a:lnTo>
                <a:lnTo>
                  <a:pt x="1047750" y="352425"/>
                </a:lnTo>
                <a:lnTo>
                  <a:pt x="904875" y="352425"/>
                </a:lnTo>
                <a:close/>
                <a:moveTo>
                  <a:pt x="1266825" y="342900"/>
                </a:moveTo>
                <a:lnTo>
                  <a:pt x="1409700" y="342900"/>
                </a:lnTo>
                <a:lnTo>
                  <a:pt x="1409700" y="352425"/>
                </a:lnTo>
                <a:lnTo>
                  <a:pt x="1266825" y="352425"/>
                </a:lnTo>
                <a:close/>
                <a:moveTo>
                  <a:pt x="1609725" y="342900"/>
                </a:moveTo>
                <a:lnTo>
                  <a:pt x="1752600" y="342900"/>
                </a:lnTo>
                <a:lnTo>
                  <a:pt x="1752600" y="352425"/>
                </a:lnTo>
                <a:lnTo>
                  <a:pt x="1609725" y="352425"/>
                </a:lnTo>
                <a:close/>
                <a:moveTo>
                  <a:pt x="1952625" y="342900"/>
                </a:moveTo>
                <a:lnTo>
                  <a:pt x="2095500" y="342900"/>
                </a:lnTo>
                <a:lnTo>
                  <a:pt x="2095500" y="352425"/>
                </a:lnTo>
                <a:lnTo>
                  <a:pt x="1952625" y="352425"/>
                </a:lnTo>
                <a:close/>
                <a:moveTo>
                  <a:pt x="2152650" y="342900"/>
                </a:moveTo>
                <a:lnTo>
                  <a:pt x="2305050" y="342900"/>
                </a:lnTo>
                <a:lnTo>
                  <a:pt x="2305050" y="352425"/>
                </a:lnTo>
                <a:lnTo>
                  <a:pt x="2152650" y="352425"/>
                </a:lnTo>
                <a:close/>
                <a:moveTo>
                  <a:pt x="2324100" y="342900"/>
                </a:moveTo>
                <a:lnTo>
                  <a:pt x="2466975" y="342900"/>
                </a:lnTo>
                <a:lnTo>
                  <a:pt x="2466975" y="352425"/>
                </a:lnTo>
                <a:lnTo>
                  <a:pt x="2324100" y="352425"/>
                </a:lnTo>
                <a:close/>
                <a:moveTo>
                  <a:pt x="28575" y="352425"/>
                </a:moveTo>
                <a:lnTo>
                  <a:pt x="638175" y="352425"/>
                </a:lnTo>
                <a:lnTo>
                  <a:pt x="638175" y="361950"/>
                </a:lnTo>
                <a:lnTo>
                  <a:pt x="28575" y="361950"/>
                </a:lnTo>
                <a:close/>
                <a:moveTo>
                  <a:pt x="904875" y="352425"/>
                </a:moveTo>
                <a:lnTo>
                  <a:pt x="1047750" y="352425"/>
                </a:lnTo>
                <a:lnTo>
                  <a:pt x="1047750" y="361950"/>
                </a:lnTo>
                <a:lnTo>
                  <a:pt x="904875" y="361950"/>
                </a:lnTo>
                <a:close/>
                <a:moveTo>
                  <a:pt x="1266825" y="352425"/>
                </a:moveTo>
                <a:lnTo>
                  <a:pt x="1409700" y="352425"/>
                </a:lnTo>
                <a:lnTo>
                  <a:pt x="1409700" y="361950"/>
                </a:lnTo>
                <a:lnTo>
                  <a:pt x="1266825" y="361950"/>
                </a:lnTo>
                <a:close/>
                <a:moveTo>
                  <a:pt x="1609725" y="352425"/>
                </a:moveTo>
                <a:lnTo>
                  <a:pt x="1752600" y="352425"/>
                </a:lnTo>
                <a:lnTo>
                  <a:pt x="1752600" y="361950"/>
                </a:lnTo>
                <a:lnTo>
                  <a:pt x="1609725" y="361950"/>
                </a:lnTo>
                <a:close/>
                <a:moveTo>
                  <a:pt x="1952625" y="352425"/>
                </a:moveTo>
                <a:lnTo>
                  <a:pt x="2095500" y="352425"/>
                </a:lnTo>
                <a:lnTo>
                  <a:pt x="2095500" y="361950"/>
                </a:lnTo>
                <a:lnTo>
                  <a:pt x="1952625" y="361950"/>
                </a:lnTo>
                <a:close/>
                <a:moveTo>
                  <a:pt x="2162175" y="352425"/>
                </a:moveTo>
                <a:lnTo>
                  <a:pt x="2314575" y="352425"/>
                </a:lnTo>
                <a:lnTo>
                  <a:pt x="2314575" y="361950"/>
                </a:lnTo>
                <a:lnTo>
                  <a:pt x="2162175" y="361950"/>
                </a:lnTo>
                <a:close/>
                <a:moveTo>
                  <a:pt x="2324100" y="352425"/>
                </a:moveTo>
                <a:lnTo>
                  <a:pt x="2466975" y="352425"/>
                </a:lnTo>
                <a:lnTo>
                  <a:pt x="2466975" y="361950"/>
                </a:lnTo>
                <a:lnTo>
                  <a:pt x="2324100" y="361950"/>
                </a:lnTo>
                <a:close/>
                <a:moveTo>
                  <a:pt x="28575" y="361950"/>
                </a:moveTo>
                <a:lnTo>
                  <a:pt x="638175" y="361950"/>
                </a:lnTo>
                <a:lnTo>
                  <a:pt x="638175" y="371475"/>
                </a:lnTo>
                <a:lnTo>
                  <a:pt x="28575" y="371475"/>
                </a:lnTo>
                <a:close/>
                <a:moveTo>
                  <a:pt x="904875" y="361950"/>
                </a:moveTo>
                <a:lnTo>
                  <a:pt x="1047750" y="361950"/>
                </a:lnTo>
                <a:lnTo>
                  <a:pt x="1047750" y="371475"/>
                </a:lnTo>
                <a:lnTo>
                  <a:pt x="904875" y="371475"/>
                </a:lnTo>
                <a:close/>
                <a:moveTo>
                  <a:pt x="1266825" y="361950"/>
                </a:moveTo>
                <a:lnTo>
                  <a:pt x="1409700" y="361950"/>
                </a:lnTo>
                <a:lnTo>
                  <a:pt x="1409700" y="371475"/>
                </a:lnTo>
                <a:lnTo>
                  <a:pt x="1266825" y="371475"/>
                </a:lnTo>
                <a:close/>
                <a:moveTo>
                  <a:pt x="1609725" y="361950"/>
                </a:moveTo>
                <a:lnTo>
                  <a:pt x="1752600" y="361950"/>
                </a:lnTo>
                <a:lnTo>
                  <a:pt x="1752600" y="371475"/>
                </a:lnTo>
                <a:lnTo>
                  <a:pt x="1609725" y="371475"/>
                </a:lnTo>
                <a:close/>
                <a:moveTo>
                  <a:pt x="1952625" y="361950"/>
                </a:moveTo>
                <a:lnTo>
                  <a:pt x="2095500" y="361950"/>
                </a:lnTo>
                <a:lnTo>
                  <a:pt x="2095500" y="371475"/>
                </a:lnTo>
                <a:lnTo>
                  <a:pt x="1952625" y="371475"/>
                </a:lnTo>
                <a:close/>
                <a:moveTo>
                  <a:pt x="2162175" y="361950"/>
                </a:moveTo>
                <a:lnTo>
                  <a:pt x="2466975" y="361950"/>
                </a:lnTo>
                <a:lnTo>
                  <a:pt x="2466975" y="371475"/>
                </a:lnTo>
                <a:lnTo>
                  <a:pt x="2162175" y="371475"/>
                </a:lnTo>
                <a:close/>
                <a:moveTo>
                  <a:pt x="238125" y="371475"/>
                </a:moveTo>
                <a:lnTo>
                  <a:pt x="438150" y="371475"/>
                </a:lnTo>
                <a:lnTo>
                  <a:pt x="438150" y="381000"/>
                </a:lnTo>
                <a:lnTo>
                  <a:pt x="238125" y="381000"/>
                </a:lnTo>
                <a:close/>
                <a:moveTo>
                  <a:pt x="904875" y="371475"/>
                </a:moveTo>
                <a:lnTo>
                  <a:pt x="1047750" y="371475"/>
                </a:lnTo>
                <a:lnTo>
                  <a:pt x="1047750" y="381000"/>
                </a:lnTo>
                <a:lnTo>
                  <a:pt x="904875" y="381000"/>
                </a:lnTo>
                <a:close/>
                <a:moveTo>
                  <a:pt x="1266825" y="371475"/>
                </a:moveTo>
                <a:lnTo>
                  <a:pt x="1409700" y="371475"/>
                </a:lnTo>
                <a:lnTo>
                  <a:pt x="1409700" y="381000"/>
                </a:lnTo>
                <a:lnTo>
                  <a:pt x="1266825" y="381000"/>
                </a:lnTo>
                <a:close/>
                <a:moveTo>
                  <a:pt x="1609725" y="371475"/>
                </a:moveTo>
                <a:lnTo>
                  <a:pt x="1752600" y="371475"/>
                </a:lnTo>
                <a:lnTo>
                  <a:pt x="1752600" y="381000"/>
                </a:lnTo>
                <a:lnTo>
                  <a:pt x="1609725" y="381000"/>
                </a:lnTo>
                <a:close/>
                <a:moveTo>
                  <a:pt x="1952625" y="371475"/>
                </a:moveTo>
                <a:lnTo>
                  <a:pt x="2095500" y="371475"/>
                </a:lnTo>
                <a:lnTo>
                  <a:pt x="2095500" y="381000"/>
                </a:lnTo>
                <a:lnTo>
                  <a:pt x="1952625" y="381000"/>
                </a:lnTo>
                <a:close/>
                <a:moveTo>
                  <a:pt x="2171700" y="371475"/>
                </a:moveTo>
                <a:lnTo>
                  <a:pt x="2466975" y="371475"/>
                </a:lnTo>
                <a:lnTo>
                  <a:pt x="2466975" y="381000"/>
                </a:lnTo>
                <a:lnTo>
                  <a:pt x="2171700" y="381000"/>
                </a:lnTo>
                <a:close/>
                <a:moveTo>
                  <a:pt x="219075" y="381000"/>
                </a:moveTo>
                <a:lnTo>
                  <a:pt x="457200" y="381000"/>
                </a:lnTo>
                <a:lnTo>
                  <a:pt x="457200" y="390525"/>
                </a:lnTo>
                <a:lnTo>
                  <a:pt x="219075" y="390525"/>
                </a:lnTo>
                <a:close/>
                <a:moveTo>
                  <a:pt x="904875" y="381000"/>
                </a:moveTo>
                <a:lnTo>
                  <a:pt x="1047750" y="381000"/>
                </a:lnTo>
                <a:lnTo>
                  <a:pt x="1047750" y="390525"/>
                </a:lnTo>
                <a:lnTo>
                  <a:pt x="904875" y="390525"/>
                </a:lnTo>
                <a:close/>
                <a:moveTo>
                  <a:pt x="1266825" y="381000"/>
                </a:moveTo>
                <a:lnTo>
                  <a:pt x="1409700" y="381000"/>
                </a:lnTo>
                <a:lnTo>
                  <a:pt x="1409700" y="390525"/>
                </a:lnTo>
                <a:lnTo>
                  <a:pt x="1266825" y="390525"/>
                </a:lnTo>
                <a:close/>
                <a:moveTo>
                  <a:pt x="1609725" y="381000"/>
                </a:moveTo>
                <a:lnTo>
                  <a:pt x="1752600" y="381000"/>
                </a:lnTo>
                <a:lnTo>
                  <a:pt x="1752600" y="390525"/>
                </a:lnTo>
                <a:lnTo>
                  <a:pt x="1609725" y="390525"/>
                </a:lnTo>
                <a:close/>
                <a:moveTo>
                  <a:pt x="1952625" y="381000"/>
                </a:moveTo>
                <a:lnTo>
                  <a:pt x="2095500" y="381000"/>
                </a:lnTo>
                <a:lnTo>
                  <a:pt x="2095500" y="390525"/>
                </a:lnTo>
                <a:lnTo>
                  <a:pt x="1952625" y="390525"/>
                </a:lnTo>
                <a:close/>
                <a:moveTo>
                  <a:pt x="2171700" y="381000"/>
                </a:moveTo>
                <a:lnTo>
                  <a:pt x="2466975" y="381000"/>
                </a:lnTo>
                <a:lnTo>
                  <a:pt x="2466975" y="390525"/>
                </a:lnTo>
                <a:lnTo>
                  <a:pt x="2171700" y="390525"/>
                </a:lnTo>
                <a:close/>
                <a:moveTo>
                  <a:pt x="190500" y="390525"/>
                </a:moveTo>
                <a:lnTo>
                  <a:pt x="476250" y="390525"/>
                </a:lnTo>
                <a:lnTo>
                  <a:pt x="476250" y="400050"/>
                </a:lnTo>
                <a:lnTo>
                  <a:pt x="190500" y="400050"/>
                </a:lnTo>
                <a:close/>
                <a:moveTo>
                  <a:pt x="904875" y="390525"/>
                </a:moveTo>
                <a:lnTo>
                  <a:pt x="1047750" y="390525"/>
                </a:lnTo>
                <a:lnTo>
                  <a:pt x="1047750" y="400050"/>
                </a:lnTo>
                <a:lnTo>
                  <a:pt x="904875" y="400050"/>
                </a:lnTo>
                <a:close/>
                <a:moveTo>
                  <a:pt x="1266825" y="390525"/>
                </a:moveTo>
                <a:lnTo>
                  <a:pt x="1409700" y="390525"/>
                </a:lnTo>
                <a:lnTo>
                  <a:pt x="1409700" y="400050"/>
                </a:lnTo>
                <a:lnTo>
                  <a:pt x="1266825" y="400050"/>
                </a:lnTo>
                <a:close/>
                <a:moveTo>
                  <a:pt x="1609725" y="390525"/>
                </a:moveTo>
                <a:lnTo>
                  <a:pt x="1752600" y="390525"/>
                </a:lnTo>
                <a:lnTo>
                  <a:pt x="1752600" y="400050"/>
                </a:lnTo>
                <a:lnTo>
                  <a:pt x="1609725" y="400050"/>
                </a:lnTo>
                <a:close/>
                <a:moveTo>
                  <a:pt x="1952625" y="390525"/>
                </a:moveTo>
                <a:lnTo>
                  <a:pt x="2095500" y="390525"/>
                </a:lnTo>
                <a:lnTo>
                  <a:pt x="2095500" y="400050"/>
                </a:lnTo>
                <a:lnTo>
                  <a:pt x="1952625" y="400050"/>
                </a:lnTo>
                <a:close/>
                <a:moveTo>
                  <a:pt x="2181225" y="390525"/>
                </a:moveTo>
                <a:lnTo>
                  <a:pt x="2466975" y="390525"/>
                </a:lnTo>
                <a:lnTo>
                  <a:pt x="2466975" y="400050"/>
                </a:lnTo>
                <a:lnTo>
                  <a:pt x="2181225" y="400050"/>
                </a:lnTo>
                <a:close/>
                <a:moveTo>
                  <a:pt x="171450" y="400050"/>
                </a:moveTo>
                <a:lnTo>
                  <a:pt x="495300" y="400050"/>
                </a:lnTo>
                <a:lnTo>
                  <a:pt x="495300" y="409575"/>
                </a:lnTo>
                <a:lnTo>
                  <a:pt x="171450" y="409575"/>
                </a:lnTo>
                <a:close/>
                <a:moveTo>
                  <a:pt x="904875" y="400050"/>
                </a:moveTo>
                <a:lnTo>
                  <a:pt x="1047750" y="400050"/>
                </a:lnTo>
                <a:lnTo>
                  <a:pt x="1047750" y="409575"/>
                </a:lnTo>
                <a:lnTo>
                  <a:pt x="904875" y="409575"/>
                </a:lnTo>
                <a:close/>
                <a:moveTo>
                  <a:pt x="1257300" y="400050"/>
                </a:moveTo>
                <a:lnTo>
                  <a:pt x="1409700" y="400050"/>
                </a:lnTo>
                <a:lnTo>
                  <a:pt x="1409700" y="409575"/>
                </a:lnTo>
                <a:lnTo>
                  <a:pt x="1257300" y="409575"/>
                </a:lnTo>
                <a:close/>
                <a:moveTo>
                  <a:pt x="1609725" y="400050"/>
                </a:moveTo>
                <a:lnTo>
                  <a:pt x="1752600" y="400050"/>
                </a:lnTo>
                <a:lnTo>
                  <a:pt x="1752600" y="409575"/>
                </a:lnTo>
                <a:lnTo>
                  <a:pt x="1609725" y="409575"/>
                </a:lnTo>
                <a:close/>
                <a:moveTo>
                  <a:pt x="1952625" y="400050"/>
                </a:moveTo>
                <a:lnTo>
                  <a:pt x="2095500" y="400050"/>
                </a:lnTo>
                <a:lnTo>
                  <a:pt x="2095500" y="409575"/>
                </a:lnTo>
                <a:lnTo>
                  <a:pt x="1952625" y="409575"/>
                </a:lnTo>
                <a:close/>
                <a:moveTo>
                  <a:pt x="2190750" y="400050"/>
                </a:moveTo>
                <a:lnTo>
                  <a:pt x="2466975" y="400050"/>
                </a:lnTo>
                <a:lnTo>
                  <a:pt x="2466975" y="409575"/>
                </a:lnTo>
                <a:lnTo>
                  <a:pt x="2190750" y="409575"/>
                </a:lnTo>
                <a:close/>
                <a:moveTo>
                  <a:pt x="161925" y="409575"/>
                </a:moveTo>
                <a:lnTo>
                  <a:pt x="514350" y="409575"/>
                </a:lnTo>
                <a:lnTo>
                  <a:pt x="514350" y="419100"/>
                </a:lnTo>
                <a:lnTo>
                  <a:pt x="161925" y="419100"/>
                </a:lnTo>
                <a:close/>
                <a:moveTo>
                  <a:pt x="904875" y="409575"/>
                </a:moveTo>
                <a:lnTo>
                  <a:pt x="1057275" y="409575"/>
                </a:lnTo>
                <a:lnTo>
                  <a:pt x="1057275" y="419100"/>
                </a:lnTo>
                <a:lnTo>
                  <a:pt x="904875" y="419100"/>
                </a:lnTo>
                <a:close/>
                <a:moveTo>
                  <a:pt x="1257300" y="409575"/>
                </a:moveTo>
                <a:lnTo>
                  <a:pt x="1409700" y="409575"/>
                </a:lnTo>
                <a:lnTo>
                  <a:pt x="1409700" y="419100"/>
                </a:lnTo>
                <a:lnTo>
                  <a:pt x="1257300" y="419100"/>
                </a:lnTo>
                <a:close/>
                <a:moveTo>
                  <a:pt x="1609725" y="409575"/>
                </a:moveTo>
                <a:lnTo>
                  <a:pt x="1752600" y="409575"/>
                </a:lnTo>
                <a:lnTo>
                  <a:pt x="1752600" y="419100"/>
                </a:lnTo>
                <a:lnTo>
                  <a:pt x="1609725" y="419100"/>
                </a:lnTo>
                <a:close/>
                <a:moveTo>
                  <a:pt x="1952625" y="409575"/>
                </a:moveTo>
                <a:lnTo>
                  <a:pt x="2095500" y="409575"/>
                </a:lnTo>
                <a:lnTo>
                  <a:pt x="2095500" y="419100"/>
                </a:lnTo>
                <a:lnTo>
                  <a:pt x="1952625" y="419100"/>
                </a:lnTo>
                <a:close/>
                <a:moveTo>
                  <a:pt x="2190750" y="409575"/>
                </a:moveTo>
                <a:lnTo>
                  <a:pt x="2466975" y="409575"/>
                </a:lnTo>
                <a:lnTo>
                  <a:pt x="2466975" y="419100"/>
                </a:lnTo>
                <a:lnTo>
                  <a:pt x="2190750" y="419100"/>
                </a:lnTo>
                <a:close/>
                <a:moveTo>
                  <a:pt x="142875" y="419100"/>
                </a:moveTo>
                <a:lnTo>
                  <a:pt x="523875" y="419100"/>
                </a:lnTo>
                <a:lnTo>
                  <a:pt x="523875" y="428625"/>
                </a:lnTo>
                <a:lnTo>
                  <a:pt x="142875" y="428625"/>
                </a:lnTo>
                <a:close/>
                <a:moveTo>
                  <a:pt x="904875" y="419100"/>
                </a:moveTo>
                <a:lnTo>
                  <a:pt x="1057275" y="419100"/>
                </a:lnTo>
                <a:lnTo>
                  <a:pt x="1057275" y="428625"/>
                </a:lnTo>
                <a:lnTo>
                  <a:pt x="904875" y="428625"/>
                </a:lnTo>
                <a:close/>
                <a:moveTo>
                  <a:pt x="1257300" y="419100"/>
                </a:moveTo>
                <a:lnTo>
                  <a:pt x="1400175" y="419100"/>
                </a:lnTo>
                <a:lnTo>
                  <a:pt x="1400175" y="428625"/>
                </a:lnTo>
                <a:lnTo>
                  <a:pt x="1257300" y="428625"/>
                </a:lnTo>
                <a:close/>
                <a:moveTo>
                  <a:pt x="1609725" y="419100"/>
                </a:moveTo>
                <a:lnTo>
                  <a:pt x="1752600" y="419100"/>
                </a:lnTo>
                <a:lnTo>
                  <a:pt x="1752600" y="428625"/>
                </a:lnTo>
                <a:lnTo>
                  <a:pt x="1609725" y="428625"/>
                </a:lnTo>
                <a:close/>
                <a:moveTo>
                  <a:pt x="1952625" y="419100"/>
                </a:moveTo>
                <a:lnTo>
                  <a:pt x="2095500" y="419100"/>
                </a:lnTo>
                <a:lnTo>
                  <a:pt x="2095500" y="428625"/>
                </a:lnTo>
                <a:lnTo>
                  <a:pt x="1952625" y="428625"/>
                </a:lnTo>
                <a:close/>
                <a:moveTo>
                  <a:pt x="2200275" y="419100"/>
                </a:moveTo>
                <a:lnTo>
                  <a:pt x="2466975" y="419100"/>
                </a:lnTo>
                <a:lnTo>
                  <a:pt x="2466975" y="428625"/>
                </a:lnTo>
                <a:lnTo>
                  <a:pt x="2200275" y="428625"/>
                </a:lnTo>
                <a:close/>
                <a:moveTo>
                  <a:pt x="133350" y="428625"/>
                </a:moveTo>
                <a:lnTo>
                  <a:pt x="533400" y="428625"/>
                </a:lnTo>
                <a:lnTo>
                  <a:pt x="533400" y="438150"/>
                </a:lnTo>
                <a:lnTo>
                  <a:pt x="133350" y="438150"/>
                </a:lnTo>
                <a:close/>
                <a:moveTo>
                  <a:pt x="904875" y="428625"/>
                </a:moveTo>
                <a:lnTo>
                  <a:pt x="1057275" y="428625"/>
                </a:lnTo>
                <a:lnTo>
                  <a:pt x="1057275" y="438150"/>
                </a:lnTo>
                <a:lnTo>
                  <a:pt x="904875" y="438150"/>
                </a:lnTo>
                <a:close/>
                <a:moveTo>
                  <a:pt x="1247775" y="428625"/>
                </a:moveTo>
                <a:lnTo>
                  <a:pt x="1400175" y="428625"/>
                </a:lnTo>
                <a:lnTo>
                  <a:pt x="1400175" y="438150"/>
                </a:lnTo>
                <a:lnTo>
                  <a:pt x="1247775" y="438150"/>
                </a:lnTo>
                <a:close/>
                <a:moveTo>
                  <a:pt x="1609725" y="428625"/>
                </a:moveTo>
                <a:lnTo>
                  <a:pt x="1752600" y="428625"/>
                </a:lnTo>
                <a:lnTo>
                  <a:pt x="1752600" y="438150"/>
                </a:lnTo>
                <a:lnTo>
                  <a:pt x="1609725" y="438150"/>
                </a:lnTo>
                <a:close/>
                <a:moveTo>
                  <a:pt x="1952625" y="428625"/>
                </a:moveTo>
                <a:lnTo>
                  <a:pt x="2095500" y="428625"/>
                </a:lnTo>
                <a:lnTo>
                  <a:pt x="2095500" y="438150"/>
                </a:lnTo>
                <a:lnTo>
                  <a:pt x="1952625" y="438150"/>
                </a:lnTo>
                <a:close/>
                <a:moveTo>
                  <a:pt x="2209800" y="428625"/>
                </a:moveTo>
                <a:lnTo>
                  <a:pt x="2466975" y="428625"/>
                </a:lnTo>
                <a:lnTo>
                  <a:pt x="2466975" y="438150"/>
                </a:lnTo>
                <a:lnTo>
                  <a:pt x="2209800" y="438150"/>
                </a:lnTo>
                <a:close/>
                <a:moveTo>
                  <a:pt x="123825" y="438150"/>
                </a:moveTo>
                <a:lnTo>
                  <a:pt x="552450" y="438150"/>
                </a:lnTo>
                <a:lnTo>
                  <a:pt x="552450" y="447675"/>
                </a:lnTo>
                <a:lnTo>
                  <a:pt x="123825" y="447675"/>
                </a:lnTo>
                <a:close/>
                <a:moveTo>
                  <a:pt x="914400" y="438150"/>
                </a:moveTo>
                <a:lnTo>
                  <a:pt x="1066800" y="438150"/>
                </a:lnTo>
                <a:lnTo>
                  <a:pt x="1066800" y="447675"/>
                </a:lnTo>
                <a:lnTo>
                  <a:pt x="914400" y="447675"/>
                </a:lnTo>
                <a:close/>
                <a:moveTo>
                  <a:pt x="1247775" y="438150"/>
                </a:moveTo>
                <a:lnTo>
                  <a:pt x="1400175" y="438150"/>
                </a:lnTo>
                <a:lnTo>
                  <a:pt x="1400175" y="447675"/>
                </a:lnTo>
                <a:lnTo>
                  <a:pt x="1247775" y="447675"/>
                </a:lnTo>
                <a:close/>
                <a:moveTo>
                  <a:pt x="1609725" y="438150"/>
                </a:moveTo>
                <a:lnTo>
                  <a:pt x="1752600" y="438150"/>
                </a:lnTo>
                <a:lnTo>
                  <a:pt x="1752600" y="447675"/>
                </a:lnTo>
                <a:lnTo>
                  <a:pt x="1609725" y="447675"/>
                </a:lnTo>
                <a:close/>
                <a:moveTo>
                  <a:pt x="1952625" y="438150"/>
                </a:moveTo>
                <a:lnTo>
                  <a:pt x="2095500" y="438150"/>
                </a:lnTo>
                <a:lnTo>
                  <a:pt x="2095500" y="447675"/>
                </a:lnTo>
                <a:lnTo>
                  <a:pt x="1952625" y="447675"/>
                </a:lnTo>
                <a:close/>
                <a:moveTo>
                  <a:pt x="2209800" y="438150"/>
                </a:moveTo>
                <a:lnTo>
                  <a:pt x="2466975" y="438150"/>
                </a:lnTo>
                <a:lnTo>
                  <a:pt x="2466975" y="447675"/>
                </a:lnTo>
                <a:lnTo>
                  <a:pt x="2209800" y="447675"/>
                </a:lnTo>
                <a:close/>
                <a:moveTo>
                  <a:pt x="114300" y="447675"/>
                </a:moveTo>
                <a:lnTo>
                  <a:pt x="561975" y="447675"/>
                </a:lnTo>
                <a:lnTo>
                  <a:pt x="561975" y="457200"/>
                </a:lnTo>
                <a:lnTo>
                  <a:pt x="114300" y="457200"/>
                </a:lnTo>
                <a:close/>
                <a:moveTo>
                  <a:pt x="914400" y="447675"/>
                </a:moveTo>
                <a:lnTo>
                  <a:pt x="1076325" y="447675"/>
                </a:lnTo>
                <a:lnTo>
                  <a:pt x="1076325" y="457200"/>
                </a:lnTo>
                <a:lnTo>
                  <a:pt x="914400" y="457200"/>
                </a:lnTo>
                <a:close/>
                <a:moveTo>
                  <a:pt x="1238250" y="447675"/>
                </a:moveTo>
                <a:lnTo>
                  <a:pt x="1400175" y="447675"/>
                </a:lnTo>
                <a:lnTo>
                  <a:pt x="1400175" y="457200"/>
                </a:lnTo>
                <a:lnTo>
                  <a:pt x="1238250" y="457200"/>
                </a:lnTo>
                <a:close/>
                <a:moveTo>
                  <a:pt x="1609725" y="447675"/>
                </a:moveTo>
                <a:lnTo>
                  <a:pt x="1752600" y="447675"/>
                </a:lnTo>
                <a:lnTo>
                  <a:pt x="1752600" y="457200"/>
                </a:lnTo>
                <a:lnTo>
                  <a:pt x="1609725" y="457200"/>
                </a:lnTo>
                <a:close/>
                <a:moveTo>
                  <a:pt x="1952625" y="447675"/>
                </a:moveTo>
                <a:lnTo>
                  <a:pt x="2095500" y="447675"/>
                </a:lnTo>
                <a:lnTo>
                  <a:pt x="2095500" y="457200"/>
                </a:lnTo>
                <a:lnTo>
                  <a:pt x="1952625" y="457200"/>
                </a:lnTo>
                <a:close/>
                <a:moveTo>
                  <a:pt x="2219325" y="447675"/>
                </a:moveTo>
                <a:lnTo>
                  <a:pt x="2466975" y="447675"/>
                </a:lnTo>
                <a:lnTo>
                  <a:pt x="2466975" y="457200"/>
                </a:lnTo>
                <a:lnTo>
                  <a:pt x="2219325" y="457200"/>
                </a:lnTo>
                <a:close/>
                <a:moveTo>
                  <a:pt x="104775" y="457200"/>
                </a:moveTo>
                <a:lnTo>
                  <a:pt x="571500" y="457200"/>
                </a:lnTo>
                <a:lnTo>
                  <a:pt x="571500" y="466725"/>
                </a:lnTo>
                <a:lnTo>
                  <a:pt x="104775" y="466725"/>
                </a:lnTo>
                <a:close/>
                <a:moveTo>
                  <a:pt x="914400" y="457200"/>
                </a:moveTo>
                <a:lnTo>
                  <a:pt x="1085850" y="457200"/>
                </a:lnTo>
                <a:lnTo>
                  <a:pt x="1085850" y="466725"/>
                </a:lnTo>
                <a:lnTo>
                  <a:pt x="914400" y="466725"/>
                </a:lnTo>
                <a:close/>
                <a:moveTo>
                  <a:pt x="1228725" y="457200"/>
                </a:moveTo>
                <a:lnTo>
                  <a:pt x="1390650" y="457200"/>
                </a:lnTo>
                <a:lnTo>
                  <a:pt x="1390650" y="466725"/>
                </a:lnTo>
                <a:lnTo>
                  <a:pt x="1228725" y="466725"/>
                </a:lnTo>
                <a:close/>
                <a:moveTo>
                  <a:pt x="1609725" y="457200"/>
                </a:moveTo>
                <a:lnTo>
                  <a:pt x="1752600" y="457200"/>
                </a:lnTo>
                <a:lnTo>
                  <a:pt x="1752600" y="466725"/>
                </a:lnTo>
                <a:lnTo>
                  <a:pt x="1609725" y="466725"/>
                </a:lnTo>
                <a:close/>
                <a:moveTo>
                  <a:pt x="1952625" y="457200"/>
                </a:moveTo>
                <a:lnTo>
                  <a:pt x="2095500" y="457200"/>
                </a:lnTo>
                <a:lnTo>
                  <a:pt x="2095500" y="466725"/>
                </a:lnTo>
                <a:lnTo>
                  <a:pt x="1952625" y="466725"/>
                </a:lnTo>
                <a:close/>
                <a:moveTo>
                  <a:pt x="2219325" y="457200"/>
                </a:moveTo>
                <a:lnTo>
                  <a:pt x="2466975" y="457200"/>
                </a:lnTo>
                <a:lnTo>
                  <a:pt x="2466975" y="466725"/>
                </a:lnTo>
                <a:lnTo>
                  <a:pt x="2219325" y="466725"/>
                </a:lnTo>
                <a:close/>
                <a:moveTo>
                  <a:pt x="95250" y="466725"/>
                </a:moveTo>
                <a:lnTo>
                  <a:pt x="581025" y="466725"/>
                </a:lnTo>
                <a:lnTo>
                  <a:pt x="581025" y="476250"/>
                </a:lnTo>
                <a:lnTo>
                  <a:pt x="95250" y="476250"/>
                </a:lnTo>
                <a:close/>
                <a:moveTo>
                  <a:pt x="923925" y="466725"/>
                </a:moveTo>
                <a:lnTo>
                  <a:pt x="1095375" y="466725"/>
                </a:lnTo>
                <a:lnTo>
                  <a:pt x="1095375" y="476250"/>
                </a:lnTo>
                <a:lnTo>
                  <a:pt x="923925" y="476250"/>
                </a:lnTo>
                <a:close/>
                <a:moveTo>
                  <a:pt x="1209675" y="466725"/>
                </a:moveTo>
                <a:lnTo>
                  <a:pt x="1390650" y="466725"/>
                </a:lnTo>
                <a:lnTo>
                  <a:pt x="1390650" y="476250"/>
                </a:lnTo>
                <a:lnTo>
                  <a:pt x="1209675" y="476250"/>
                </a:lnTo>
                <a:close/>
                <a:moveTo>
                  <a:pt x="1609725" y="466725"/>
                </a:moveTo>
                <a:lnTo>
                  <a:pt x="1752600" y="466725"/>
                </a:lnTo>
                <a:lnTo>
                  <a:pt x="1752600" y="476250"/>
                </a:lnTo>
                <a:lnTo>
                  <a:pt x="1609725" y="476250"/>
                </a:lnTo>
                <a:close/>
                <a:moveTo>
                  <a:pt x="1952625" y="466725"/>
                </a:moveTo>
                <a:lnTo>
                  <a:pt x="2095500" y="466725"/>
                </a:lnTo>
                <a:lnTo>
                  <a:pt x="2095500" y="476250"/>
                </a:lnTo>
                <a:lnTo>
                  <a:pt x="1952625" y="476250"/>
                </a:lnTo>
                <a:close/>
                <a:moveTo>
                  <a:pt x="2228850" y="466725"/>
                </a:moveTo>
                <a:lnTo>
                  <a:pt x="2466975" y="466725"/>
                </a:lnTo>
                <a:lnTo>
                  <a:pt x="2466975" y="476250"/>
                </a:lnTo>
                <a:lnTo>
                  <a:pt x="2228850" y="476250"/>
                </a:lnTo>
                <a:close/>
                <a:moveTo>
                  <a:pt x="85725" y="476250"/>
                </a:moveTo>
                <a:lnTo>
                  <a:pt x="257175" y="476250"/>
                </a:lnTo>
                <a:lnTo>
                  <a:pt x="257175" y="485775"/>
                </a:lnTo>
                <a:lnTo>
                  <a:pt x="85725" y="485775"/>
                </a:lnTo>
                <a:close/>
                <a:moveTo>
                  <a:pt x="285750" y="476250"/>
                </a:moveTo>
                <a:lnTo>
                  <a:pt x="390525" y="476250"/>
                </a:lnTo>
                <a:lnTo>
                  <a:pt x="390525" y="485775"/>
                </a:lnTo>
                <a:lnTo>
                  <a:pt x="285750" y="485775"/>
                </a:lnTo>
                <a:close/>
                <a:moveTo>
                  <a:pt x="409575" y="476250"/>
                </a:moveTo>
                <a:lnTo>
                  <a:pt x="581025" y="476250"/>
                </a:lnTo>
                <a:lnTo>
                  <a:pt x="581025" y="485775"/>
                </a:lnTo>
                <a:lnTo>
                  <a:pt x="409575" y="485775"/>
                </a:lnTo>
                <a:close/>
                <a:moveTo>
                  <a:pt x="923925" y="476250"/>
                </a:moveTo>
                <a:lnTo>
                  <a:pt x="1123950" y="476250"/>
                </a:lnTo>
                <a:lnTo>
                  <a:pt x="1123950" y="485775"/>
                </a:lnTo>
                <a:lnTo>
                  <a:pt x="923925" y="485775"/>
                </a:lnTo>
                <a:close/>
                <a:moveTo>
                  <a:pt x="1190625" y="476250"/>
                </a:moveTo>
                <a:lnTo>
                  <a:pt x="1390650" y="476250"/>
                </a:lnTo>
                <a:lnTo>
                  <a:pt x="1390650" y="485775"/>
                </a:lnTo>
                <a:lnTo>
                  <a:pt x="1190625" y="485775"/>
                </a:lnTo>
                <a:close/>
                <a:moveTo>
                  <a:pt x="1609725" y="476250"/>
                </a:moveTo>
                <a:lnTo>
                  <a:pt x="1752600" y="476250"/>
                </a:lnTo>
                <a:lnTo>
                  <a:pt x="1752600" y="485775"/>
                </a:lnTo>
                <a:lnTo>
                  <a:pt x="1609725" y="485775"/>
                </a:lnTo>
                <a:close/>
                <a:moveTo>
                  <a:pt x="1952625" y="476250"/>
                </a:moveTo>
                <a:lnTo>
                  <a:pt x="2095500" y="476250"/>
                </a:lnTo>
                <a:lnTo>
                  <a:pt x="2095500" y="485775"/>
                </a:lnTo>
                <a:lnTo>
                  <a:pt x="1952625" y="485775"/>
                </a:lnTo>
                <a:close/>
                <a:moveTo>
                  <a:pt x="2238375" y="476250"/>
                </a:moveTo>
                <a:lnTo>
                  <a:pt x="2466975" y="476250"/>
                </a:lnTo>
                <a:lnTo>
                  <a:pt x="2466975" y="485775"/>
                </a:lnTo>
                <a:lnTo>
                  <a:pt x="2238375" y="485775"/>
                </a:lnTo>
                <a:close/>
                <a:moveTo>
                  <a:pt x="76200" y="485775"/>
                </a:moveTo>
                <a:lnTo>
                  <a:pt x="238125" y="485775"/>
                </a:lnTo>
                <a:lnTo>
                  <a:pt x="238125" y="495300"/>
                </a:lnTo>
                <a:lnTo>
                  <a:pt x="76200" y="495300"/>
                </a:lnTo>
                <a:close/>
                <a:moveTo>
                  <a:pt x="285750" y="485775"/>
                </a:moveTo>
                <a:lnTo>
                  <a:pt x="390525" y="485775"/>
                </a:lnTo>
                <a:lnTo>
                  <a:pt x="390525" y="495300"/>
                </a:lnTo>
                <a:lnTo>
                  <a:pt x="285750" y="495300"/>
                </a:lnTo>
                <a:close/>
                <a:moveTo>
                  <a:pt x="438150" y="485775"/>
                </a:moveTo>
                <a:lnTo>
                  <a:pt x="590550" y="485775"/>
                </a:lnTo>
                <a:lnTo>
                  <a:pt x="590550" y="495300"/>
                </a:lnTo>
                <a:lnTo>
                  <a:pt x="438150" y="495300"/>
                </a:lnTo>
                <a:close/>
                <a:moveTo>
                  <a:pt x="923925" y="485775"/>
                </a:moveTo>
                <a:lnTo>
                  <a:pt x="1381125" y="485775"/>
                </a:lnTo>
                <a:lnTo>
                  <a:pt x="1381125" y="495300"/>
                </a:lnTo>
                <a:lnTo>
                  <a:pt x="923925" y="495300"/>
                </a:lnTo>
                <a:close/>
                <a:moveTo>
                  <a:pt x="1609725" y="485775"/>
                </a:moveTo>
                <a:lnTo>
                  <a:pt x="1752600" y="485775"/>
                </a:lnTo>
                <a:lnTo>
                  <a:pt x="1752600" y="495300"/>
                </a:lnTo>
                <a:lnTo>
                  <a:pt x="1609725" y="495300"/>
                </a:lnTo>
                <a:close/>
                <a:moveTo>
                  <a:pt x="1952625" y="485775"/>
                </a:moveTo>
                <a:lnTo>
                  <a:pt x="2095500" y="485775"/>
                </a:lnTo>
                <a:lnTo>
                  <a:pt x="2095500" y="495300"/>
                </a:lnTo>
                <a:lnTo>
                  <a:pt x="1952625" y="495300"/>
                </a:lnTo>
                <a:close/>
                <a:moveTo>
                  <a:pt x="2238375" y="485775"/>
                </a:moveTo>
                <a:lnTo>
                  <a:pt x="2466975" y="485775"/>
                </a:lnTo>
                <a:lnTo>
                  <a:pt x="2466975" y="495300"/>
                </a:lnTo>
                <a:lnTo>
                  <a:pt x="2238375" y="495300"/>
                </a:lnTo>
                <a:close/>
                <a:moveTo>
                  <a:pt x="76200" y="495300"/>
                </a:moveTo>
                <a:lnTo>
                  <a:pt x="219075" y="495300"/>
                </a:lnTo>
                <a:lnTo>
                  <a:pt x="219075" y="504825"/>
                </a:lnTo>
                <a:lnTo>
                  <a:pt x="76200" y="504825"/>
                </a:lnTo>
                <a:close/>
                <a:moveTo>
                  <a:pt x="285750" y="495300"/>
                </a:moveTo>
                <a:lnTo>
                  <a:pt x="390525" y="495300"/>
                </a:lnTo>
                <a:lnTo>
                  <a:pt x="390525" y="504825"/>
                </a:lnTo>
                <a:lnTo>
                  <a:pt x="285750" y="504825"/>
                </a:lnTo>
                <a:close/>
                <a:moveTo>
                  <a:pt x="447675" y="495300"/>
                </a:moveTo>
                <a:lnTo>
                  <a:pt x="600075" y="495300"/>
                </a:lnTo>
                <a:lnTo>
                  <a:pt x="600075" y="504825"/>
                </a:lnTo>
                <a:lnTo>
                  <a:pt x="447675" y="504825"/>
                </a:lnTo>
                <a:close/>
                <a:moveTo>
                  <a:pt x="933450" y="495300"/>
                </a:moveTo>
                <a:lnTo>
                  <a:pt x="1381125" y="495300"/>
                </a:lnTo>
                <a:lnTo>
                  <a:pt x="1381125" y="504825"/>
                </a:lnTo>
                <a:lnTo>
                  <a:pt x="933450" y="504825"/>
                </a:lnTo>
                <a:close/>
                <a:moveTo>
                  <a:pt x="1609725" y="495300"/>
                </a:moveTo>
                <a:lnTo>
                  <a:pt x="1752600" y="495300"/>
                </a:lnTo>
                <a:lnTo>
                  <a:pt x="1752600" y="504825"/>
                </a:lnTo>
                <a:lnTo>
                  <a:pt x="1609725" y="504825"/>
                </a:lnTo>
                <a:close/>
                <a:moveTo>
                  <a:pt x="1952625" y="495300"/>
                </a:moveTo>
                <a:lnTo>
                  <a:pt x="2095500" y="495300"/>
                </a:lnTo>
                <a:lnTo>
                  <a:pt x="2095500" y="504825"/>
                </a:lnTo>
                <a:lnTo>
                  <a:pt x="1952625" y="504825"/>
                </a:lnTo>
                <a:close/>
                <a:moveTo>
                  <a:pt x="2247900" y="495300"/>
                </a:moveTo>
                <a:lnTo>
                  <a:pt x="2466975" y="495300"/>
                </a:lnTo>
                <a:lnTo>
                  <a:pt x="2466975" y="504825"/>
                </a:lnTo>
                <a:lnTo>
                  <a:pt x="2247900" y="504825"/>
                </a:lnTo>
                <a:close/>
                <a:moveTo>
                  <a:pt x="66675" y="504825"/>
                </a:moveTo>
                <a:lnTo>
                  <a:pt x="209550" y="504825"/>
                </a:lnTo>
                <a:lnTo>
                  <a:pt x="209550" y="514350"/>
                </a:lnTo>
                <a:lnTo>
                  <a:pt x="66675" y="514350"/>
                </a:lnTo>
                <a:close/>
                <a:moveTo>
                  <a:pt x="285750" y="504825"/>
                </a:moveTo>
                <a:lnTo>
                  <a:pt x="390525" y="504825"/>
                </a:lnTo>
                <a:lnTo>
                  <a:pt x="390525" y="514350"/>
                </a:lnTo>
                <a:lnTo>
                  <a:pt x="285750" y="514350"/>
                </a:lnTo>
                <a:close/>
                <a:moveTo>
                  <a:pt x="466725" y="504825"/>
                </a:moveTo>
                <a:lnTo>
                  <a:pt x="600075" y="504825"/>
                </a:lnTo>
                <a:lnTo>
                  <a:pt x="600075" y="514350"/>
                </a:lnTo>
                <a:lnTo>
                  <a:pt x="466725" y="514350"/>
                </a:lnTo>
                <a:close/>
                <a:moveTo>
                  <a:pt x="933450" y="504825"/>
                </a:moveTo>
                <a:lnTo>
                  <a:pt x="1371600" y="504825"/>
                </a:lnTo>
                <a:lnTo>
                  <a:pt x="1371600" y="514350"/>
                </a:lnTo>
                <a:lnTo>
                  <a:pt x="933450" y="514350"/>
                </a:lnTo>
                <a:close/>
                <a:moveTo>
                  <a:pt x="1609725" y="504825"/>
                </a:moveTo>
                <a:lnTo>
                  <a:pt x="1752600" y="504825"/>
                </a:lnTo>
                <a:lnTo>
                  <a:pt x="1752600" y="514350"/>
                </a:lnTo>
                <a:lnTo>
                  <a:pt x="1609725" y="514350"/>
                </a:lnTo>
                <a:close/>
                <a:moveTo>
                  <a:pt x="1952625" y="504825"/>
                </a:moveTo>
                <a:lnTo>
                  <a:pt x="2095500" y="504825"/>
                </a:lnTo>
                <a:lnTo>
                  <a:pt x="2095500" y="514350"/>
                </a:lnTo>
                <a:lnTo>
                  <a:pt x="1952625" y="514350"/>
                </a:lnTo>
                <a:close/>
                <a:moveTo>
                  <a:pt x="2257425" y="504825"/>
                </a:moveTo>
                <a:lnTo>
                  <a:pt x="2466975" y="504825"/>
                </a:lnTo>
                <a:lnTo>
                  <a:pt x="2466975" y="514350"/>
                </a:lnTo>
                <a:lnTo>
                  <a:pt x="2257425" y="514350"/>
                </a:lnTo>
                <a:close/>
                <a:moveTo>
                  <a:pt x="66675" y="514350"/>
                </a:moveTo>
                <a:lnTo>
                  <a:pt x="190500" y="514350"/>
                </a:lnTo>
                <a:lnTo>
                  <a:pt x="190500" y="523875"/>
                </a:lnTo>
                <a:lnTo>
                  <a:pt x="66675" y="523875"/>
                </a:lnTo>
                <a:close/>
                <a:moveTo>
                  <a:pt x="285750" y="514350"/>
                </a:moveTo>
                <a:lnTo>
                  <a:pt x="390525" y="514350"/>
                </a:lnTo>
                <a:lnTo>
                  <a:pt x="390525" y="523875"/>
                </a:lnTo>
                <a:lnTo>
                  <a:pt x="285750" y="523875"/>
                </a:lnTo>
                <a:close/>
                <a:moveTo>
                  <a:pt x="476250" y="514350"/>
                </a:moveTo>
                <a:lnTo>
                  <a:pt x="609600" y="514350"/>
                </a:lnTo>
                <a:lnTo>
                  <a:pt x="609600" y="523875"/>
                </a:lnTo>
                <a:lnTo>
                  <a:pt x="476250" y="523875"/>
                </a:lnTo>
                <a:close/>
                <a:moveTo>
                  <a:pt x="942975" y="514350"/>
                </a:moveTo>
                <a:lnTo>
                  <a:pt x="1371600" y="514350"/>
                </a:lnTo>
                <a:lnTo>
                  <a:pt x="1371600" y="523875"/>
                </a:lnTo>
                <a:lnTo>
                  <a:pt x="942975" y="523875"/>
                </a:lnTo>
                <a:close/>
                <a:moveTo>
                  <a:pt x="1609725" y="514350"/>
                </a:moveTo>
                <a:lnTo>
                  <a:pt x="1752600" y="514350"/>
                </a:lnTo>
                <a:lnTo>
                  <a:pt x="1752600" y="523875"/>
                </a:lnTo>
                <a:lnTo>
                  <a:pt x="1609725" y="523875"/>
                </a:lnTo>
                <a:close/>
                <a:moveTo>
                  <a:pt x="1952625" y="514350"/>
                </a:moveTo>
                <a:lnTo>
                  <a:pt x="2095500" y="514350"/>
                </a:lnTo>
                <a:lnTo>
                  <a:pt x="2095500" y="523875"/>
                </a:lnTo>
                <a:lnTo>
                  <a:pt x="1952625" y="523875"/>
                </a:lnTo>
                <a:close/>
                <a:moveTo>
                  <a:pt x="2257425" y="514350"/>
                </a:moveTo>
                <a:lnTo>
                  <a:pt x="2466975" y="514350"/>
                </a:lnTo>
                <a:lnTo>
                  <a:pt x="2466975" y="523875"/>
                </a:lnTo>
                <a:lnTo>
                  <a:pt x="2257425" y="523875"/>
                </a:lnTo>
                <a:close/>
                <a:moveTo>
                  <a:pt x="57150" y="523875"/>
                </a:moveTo>
                <a:lnTo>
                  <a:pt x="180975" y="523875"/>
                </a:lnTo>
                <a:lnTo>
                  <a:pt x="180975" y="533400"/>
                </a:lnTo>
                <a:lnTo>
                  <a:pt x="57150" y="533400"/>
                </a:lnTo>
                <a:close/>
                <a:moveTo>
                  <a:pt x="285750" y="523875"/>
                </a:moveTo>
                <a:lnTo>
                  <a:pt x="390525" y="523875"/>
                </a:lnTo>
                <a:lnTo>
                  <a:pt x="390525" y="533400"/>
                </a:lnTo>
                <a:lnTo>
                  <a:pt x="285750" y="533400"/>
                </a:lnTo>
                <a:close/>
                <a:moveTo>
                  <a:pt x="485775" y="523875"/>
                </a:moveTo>
                <a:lnTo>
                  <a:pt x="609600" y="523875"/>
                </a:lnTo>
                <a:lnTo>
                  <a:pt x="609600" y="533400"/>
                </a:lnTo>
                <a:lnTo>
                  <a:pt x="485775" y="533400"/>
                </a:lnTo>
                <a:close/>
                <a:moveTo>
                  <a:pt x="952500" y="523875"/>
                </a:moveTo>
                <a:lnTo>
                  <a:pt x="1362075" y="523875"/>
                </a:lnTo>
                <a:lnTo>
                  <a:pt x="1362075" y="533400"/>
                </a:lnTo>
                <a:lnTo>
                  <a:pt x="952500" y="533400"/>
                </a:lnTo>
                <a:close/>
                <a:moveTo>
                  <a:pt x="1609725" y="523875"/>
                </a:moveTo>
                <a:lnTo>
                  <a:pt x="1752600" y="523875"/>
                </a:lnTo>
                <a:lnTo>
                  <a:pt x="1752600" y="533400"/>
                </a:lnTo>
                <a:lnTo>
                  <a:pt x="1609725" y="533400"/>
                </a:lnTo>
                <a:close/>
                <a:moveTo>
                  <a:pt x="1952625" y="523875"/>
                </a:moveTo>
                <a:lnTo>
                  <a:pt x="2095500" y="523875"/>
                </a:lnTo>
                <a:lnTo>
                  <a:pt x="2095500" y="533400"/>
                </a:lnTo>
                <a:lnTo>
                  <a:pt x="1952625" y="533400"/>
                </a:lnTo>
                <a:close/>
                <a:moveTo>
                  <a:pt x="2266950" y="523875"/>
                </a:moveTo>
                <a:lnTo>
                  <a:pt x="2466975" y="523875"/>
                </a:lnTo>
                <a:lnTo>
                  <a:pt x="2466975" y="533400"/>
                </a:lnTo>
                <a:lnTo>
                  <a:pt x="2266950" y="533400"/>
                </a:lnTo>
                <a:close/>
                <a:moveTo>
                  <a:pt x="57150" y="533400"/>
                </a:moveTo>
                <a:lnTo>
                  <a:pt x="171450" y="533400"/>
                </a:lnTo>
                <a:lnTo>
                  <a:pt x="171450" y="542925"/>
                </a:lnTo>
                <a:lnTo>
                  <a:pt x="57150" y="542925"/>
                </a:lnTo>
                <a:close/>
                <a:moveTo>
                  <a:pt x="285750" y="533400"/>
                </a:moveTo>
                <a:lnTo>
                  <a:pt x="390525" y="533400"/>
                </a:lnTo>
                <a:lnTo>
                  <a:pt x="390525" y="542925"/>
                </a:lnTo>
                <a:lnTo>
                  <a:pt x="285750" y="542925"/>
                </a:lnTo>
                <a:close/>
                <a:moveTo>
                  <a:pt x="495300" y="533400"/>
                </a:moveTo>
                <a:lnTo>
                  <a:pt x="619125" y="533400"/>
                </a:lnTo>
                <a:lnTo>
                  <a:pt x="619125" y="542925"/>
                </a:lnTo>
                <a:lnTo>
                  <a:pt x="495300" y="542925"/>
                </a:lnTo>
                <a:close/>
                <a:moveTo>
                  <a:pt x="962025" y="533400"/>
                </a:moveTo>
                <a:lnTo>
                  <a:pt x="1352550" y="533400"/>
                </a:lnTo>
                <a:lnTo>
                  <a:pt x="1352550" y="542925"/>
                </a:lnTo>
                <a:lnTo>
                  <a:pt x="962025" y="542925"/>
                </a:lnTo>
                <a:close/>
                <a:moveTo>
                  <a:pt x="1609725" y="533400"/>
                </a:moveTo>
                <a:lnTo>
                  <a:pt x="1752600" y="533400"/>
                </a:lnTo>
                <a:lnTo>
                  <a:pt x="1752600" y="542925"/>
                </a:lnTo>
                <a:lnTo>
                  <a:pt x="1609725" y="542925"/>
                </a:lnTo>
                <a:close/>
                <a:moveTo>
                  <a:pt x="1952625" y="533400"/>
                </a:moveTo>
                <a:lnTo>
                  <a:pt x="2095500" y="533400"/>
                </a:lnTo>
                <a:lnTo>
                  <a:pt x="2095500" y="542925"/>
                </a:lnTo>
                <a:lnTo>
                  <a:pt x="1952625" y="542925"/>
                </a:lnTo>
                <a:close/>
                <a:moveTo>
                  <a:pt x="2276475" y="533400"/>
                </a:moveTo>
                <a:lnTo>
                  <a:pt x="2466975" y="533400"/>
                </a:lnTo>
                <a:lnTo>
                  <a:pt x="2466975" y="542925"/>
                </a:lnTo>
                <a:lnTo>
                  <a:pt x="2276475" y="542925"/>
                </a:lnTo>
                <a:close/>
                <a:moveTo>
                  <a:pt x="47625" y="542925"/>
                </a:moveTo>
                <a:lnTo>
                  <a:pt x="171450" y="542925"/>
                </a:lnTo>
                <a:lnTo>
                  <a:pt x="171450" y="552450"/>
                </a:lnTo>
                <a:lnTo>
                  <a:pt x="47625" y="552450"/>
                </a:lnTo>
                <a:close/>
                <a:moveTo>
                  <a:pt x="285750" y="542925"/>
                </a:moveTo>
                <a:lnTo>
                  <a:pt x="390525" y="542925"/>
                </a:lnTo>
                <a:lnTo>
                  <a:pt x="390525" y="552450"/>
                </a:lnTo>
                <a:lnTo>
                  <a:pt x="285750" y="552450"/>
                </a:lnTo>
                <a:close/>
                <a:moveTo>
                  <a:pt x="495300" y="542925"/>
                </a:moveTo>
                <a:lnTo>
                  <a:pt x="619125" y="542925"/>
                </a:lnTo>
                <a:lnTo>
                  <a:pt x="619125" y="552450"/>
                </a:lnTo>
                <a:lnTo>
                  <a:pt x="495300" y="552450"/>
                </a:lnTo>
                <a:close/>
                <a:moveTo>
                  <a:pt x="962025" y="542925"/>
                </a:moveTo>
                <a:lnTo>
                  <a:pt x="1343025" y="542925"/>
                </a:lnTo>
                <a:lnTo>
                  <a:pt x="1343025" y="552450"/>
                </a:lnTo>
                <a:lnTo>
                  <a:pt x="962025" y="552450"/>
                </a:lnTo>
                <a:close/>
                <a:moveTo>
                  <a:pt x="1609725" y="542925"/>
                </a:moveTo>
                <a:lnTo>
                  <a:pt x="1752600" y="542925"/>
                </a:lnTo>
                <a:lnTo>
                  <a:pt x="1752600" y="552450"/>
                </a:lnTo>
                <a:lnTo>
                  <a:pt x="1609725" y="552450"/>
                </a:lnTo>
                <a:close/>
                <a:moveTo>
                  <a:pt x="1952625" y="542925"/>
                </a:moveTo>
                <a:lnTo>
                  <a:pt x="2095500" y="542925"/>
                </a:lnTo>
                <a:lnTo>
                  <a:pt x="2095500" y="552450"/>
                </a:lnTo>
                <a:lnTo>
                  <a:pt x="1952625" y="552450"/>
                </a:lnTo>
                <a:close/>
                <a:moveTo>
                  <a:pt x="2276475" y="542925"/>
                </a:moveTo>
                <a:lnTo>
                  <a:pt x="2466975" y="542925"/>
                </a:lnTo>
                <a:lnTo>
                  <a:pt x="2466975" y="552450"/>
                </a:lnTo>
                <a:lnTo>
                  <a:pt x="2276475" y="552450"/>
                </a:lnTo>
                <a:close/>
                <a:moveTo>
                  <a:pt x="47625" y="552450"/>
                </a:moveTo>
                <a:lnTo>
                  <a:pt x="161925" y="552450"/>
                </a:lnTo>
                <a:lnTo>
                  <a:pt x="161925" y="561975"/>
                </a:lnTo>
                <a:lnTo>
                  <a:pt x="47625" y="561975"/>
                </a:lnTo>
                <a:close/>
                <a:moveTo>
                  <a:pt x="285750" y="552450"/>
                </a:moveTo>
                <a:lnTo>
                  <a:pt x="390525" y="552450"/>
                </a:lnTo>
                <a:lnTo>
                  <a:pt x="390525" y="561975"/>
                </a:lnTo>
                <a:lnTo>
                  <a:pt x="285750" y="561975"/>
                </a:lnTo>
                <a:close/>
                <a:moveTo>
                  <a:pt x="504825" y="552450"/>
                </a:moveTo>
                <a:lnTo>
                  <a:pt x="619125" y="552450"/>
                </a:lnTo>
                <a:lnTo>
                  <a:pt x="619125" y="561975"/>
                </a:lnTo>
                <a:lnTo>
                  <a:pt x="504825" y="561975"/>
                </a:lnTo>
                <a:close/>
                <a:moveTo>
                  <a:pt x="981075" y="552450"/>
                </a:moveTo>
                <a:lnTo>
                  <a:pt x="1333500" y="552450"/>
                </a:lnTo>
                <a:lnTo>
                  <a:pt x="1333500" y="561975"/>
                </a:lnTo>
                <a:lnTo>
                  <a:pt x="981075" y="561975"/>
                </a:lnTo>
                <a:close/>
                <a:moveTo>
                  <a:pt x="1609725" y="552450"/>
                </a:moveTo>
                <a:lnTo>
                  <a:pt x="1752600" y="552450"/>
                </a:lnTo>
                <a:lnTo>
                  <a:pt x="1752600" y="561975"/>
                </a:lnTo>
                <a:lnTo>
                  <a:pt x="1609725" y="561975"/>
                </a:lnTo>
                <a:close/>
                <a:moveTo>
                  <a:pt x="1952625" y="552450"/>
                </a:moveTo>
                <a:lnTo>
                  <a:pt x="2095500" y="552450"/>
                </a:lnTo>
                <a:lnTo>
                  <a:pt x="2095500" y="561975"/>
                </a:lnTo>
                <a:lnTo>
                  <a:pt x="1952625" y="561975"/>
                </a:lnTo>
                <a:close/>
                <a:moveTo>
                  <a:pt x="2286000" y="552450"/>
                </a:moveTo>
                <a:lnTo>
                  <a:pt x="2466975" y="552450"/>
                </a:lnTo>
                <a:lnTo>
                  <a:pt x="2466975" y="561975"/>
                </a:lnTo>
                <a:lnTo>
                  <a:pt x="2286000" y="561975"/>
                </a:lnTo>
                <a:close/>
                <a:moveTo>
                  <a:pt x="38100" y="561975"/>
                </a:moveTo>
                <a:lnTo>
                  <a:pt x="161925" y="561975"/>
                </a:lnTo>
                <a:lnTo>
                  <a:pt x="161925" y="571500"/>
                </a:lnTo>
                <a:lnTo>
                  <a:pt x="38100" y="571500"/>
                </a:lnTo>
                <a:close/>
                <a:moveTo>
                  <a:pt x="285750" y="561975"/>
                </a:moveTo>
                <a:lnTo>
                  <a:pt x="390525" y="561975"/>
                </a:lnTo>
                <a:lnTo>
                  <a:pt x="390525" y="571500"/>
                </a:lnTo>
                <a:lnTo>
                  <a:pt x="285750" y="571500"/>
                </a:lnTo>
                <a:close/>
                <a:moveTo>
                  <a:pt x="514350" y="561975"/>
                </a:moveTo>
                <a:lnTo>
                  <a:pt x="628650" y="561975"/>
                </a:lnTo>
                <a:lnTo>
                  <a:pt x="628650" y="571500"/>
                </a:lnTo>
                <a:lnTo>
                  <a:pt x="514350" y="571500"/>
                </a:lnTo>
                <a:close/>
                <a:moveTo>
                  <a:pt x="990600" y="561975"/>
                </a:moveTo>
                <a:lnTo>
                  <a:pt x="1323975" y="561975"/>
                </a:lnTo>
                <a:lnTo>
                  <a:pt x="1323975" y="571500"/>
                </a:lnTo>
                <a:lnTo>
                  <a:pt x="990600" y="571500"/>
                </a:lnTo>
                <a:close/>
                <a:moveTo>
                  <a:pt x="1609725" y="561975"/>
                </a:moveTo>
                <a:lnTo>
                  <a:pt x="1752600" y="561975"/>
                </a:lnTo>
                <a:lnTo>
                  <a:pt x="1752600" y="571500"/>
                </a:lnTo>
                <a:lnTo>
                  <a:pt x="1609725" y="571500"/>
                </a:lnTo>
                <a:close/>
                <a:moveTo>
                  <a:pt x="1952625" y="561975"/>
                </a:moveTo>
                <a:lnTo>
                  <a:pt x="2095500" y="561975"/>
                </a:lnTo>
                <a:lnTo>
                  <a:pt x="2095500" y="571500"/>
                </a:lnTo>
                <a:lnTo>
                  <a:pt x="1952625" y="571500"/>
                </a:lnTo>
                <a:close/>
                <a:moveTo>
                  <a:pt x="2286000" y="561975"/>
                </a:moveTo>
                <a:lnTo>
                  <a:pt x="2466975" y="561975"/>
                </a:lnTo>
                <a:lnTo>
                  <a:pt x="2466975" y="571500"/>
                </a:lnTo>
                <a:lnTo>
                  <a:pt x="2286000" y="571500"/>
                </a:lnTo>
                <a:close/>
                <a:moveTo>
                  <a:pt x="38100" y="571500"/>
                </a:moveTo>
                <a:lnTo>
                  <a:pt x="152400" y="571500"/>
                </a:lnTo>
                <a:lnTo>
                  <a:pt x="152400" y="581025"/>
                </a:lnTo>
                <a:lnTo>
                  <a:pt x="38100" y="581025"/>
                </a:lnTo>
                <a:close/>
                <a:moveTo>
                  <a:pt x="285750" y="571500"/>
                </a:moveTo>
                <a:lnTo>
                  <a:pt x="390525" y="571500"/>
                </a:lnTo>
                <a:lnTo>
                  <a:pt x="390525" y="581025"/>
                </a:lnTo>
                <a:lnTo>
                  <a:pt x="285750" y="581025"/>
                </a:lnTo>
                <a:close/>
                <a:moveTo>
                  <a:pt x="514350" y="571500"/>
                </a:moveTo>
                <a:lnTo>
                  <a:pt x="628650" y="571500"/>
                </a:lnTo>
                <a:lnTo>
                  <a:pt x="628650" y="581025"/>
                </a:lnTo>
                <a:lnTo>
                  <a:pt x="514350" y="581025"/>
                </a:lnTo>
                <a:close/>
                <a:moveTo>
                  <a:pt x="100012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000125" y="581025"/>
                </a:lnTo>
                <a:close/>
                <a:moveTo>
                  <a:pt x="1609725" y="571500"/>
                </a:moveTo>
                <a:lnTo>
                  <a:pt x="1752600" y="571500"/>
                </a:lnTo>
                <a:lnTo>
                  <a:pt x="1752600" y="581025"/>
                </a:lnTo>
                <a:lnTo>
                  <a:pt x="1609725" y="581025"/>
                </a:lnTo>
                <a:close/>
                <a:moveTo>
                  <a:pt x="1952625" y="571500"/>
                </a:moveTo>
                <a:lnTo>
                  <a:pt x="2095500" y="571500"/>
                </a:lnTo>
                <a:lnTo>
                  <a:pt x="2095500" y="581025"/>
                </a:lnTo>
                <a:lnTo>
                  <a:pt x="1952625" y="581025"/>
                </a:lnTo>
                <a:close/>
                <a:moveTo>
                  <a:pt x="2295525" y="571500"/>
                </a:moveTo>
                <a:lnTo>
                  <a:pt x="2466975" y="571500"/>
                </a:lnTo>
                <a:lnTo>
                  <a:pt x="2466975" y="581025"/>
                </a:lnTo>
                <a:lnTo>
                  <a:pt x="2295525" y="581025"/>
                </a:lnTo>
                <a:close/>
                <a:moveTo>
                  <a:pt x="38100" y="581025"/>
                </a:moveTo>
                <a:lnTo>
                  <a:pt x="152400" y="581025"/>
                </a:lnTo>
                <a:lnTo>
                  <a:pt x="152400" y="590550"/>
                </a:lnTo>
                <a:lnTo>
                  <a:pt x="38100" y="590550"/>
                </a:lnTo>
                <a:close/>
                <a:moveTo>
                  <a:pt x="285750" y="581025"/>
                </a:moveTo>
                <a:lnTo>
                  <a:pt x="390525" y="581025"/>
                </a:lnTo>
                <a:lnTo>
                  <a:pt x="390525" y="590550"/>
                </a:lnTo>
                <a:lnTo>
                  <a:pt x="285750" y="590550"/>
                </a:lnTo>
                <a:close/>
                <a:moveTo>
                  <a:pt x="514350" y="581025"/>
                </a:moveTo>
                <a:lnTo>
                  <a:pt x="628650" y="581025"/>
                </a:lnTo>
                <a:lnTo>
                  <a:pt x="628650" y="590550"/>
                </a:lnTo>
                <a:lnTo>
                  <a:pt x="514350" y="590550"/>
                </a:lnTo>
                <a:close/>
                <a:moveTo>
                  <a:pt x="1019175" y="581025"/>
                </a:moveTo>
                <a:lnTo>
                  <a:pt x="1295400" y="581025"/>
                </a:lnTo>
                <a:lnTo>
                  <a:pt x="1295400" y="590550"/>
                </a:lnTo>
                <a:lnTo>
                  <a:pt x="1019175" y="590550"/>
                </a:lnTo>
                <a:close/>
                <a:moveTo>
                  <a:pt x="1609725" y="581025"/>
                </a:moveTo>
                <a:lnTo>
                  <a:pt x="1752600" y="581025"/>
                </a:lnTo>
                <a:lnTo>
                  <a:pt x="1752600" y="590550"/>
                </a:lnTo>
                <a:lnTo>
                  <a:pt x="1609725" y="590550"/>
                </a:lnTo>
                <a:close/>
                <a:moveTo>
                  <a:pt x="1952625" y="581025"/>
                </a:moveTo>
                <a:lnTo>
                  <a:pt x="2095500" y="581025"/>
                </a:lnTo>
                <a:lnTo>
                  <a:pt x="2095500" y="590550"/>
                </a:lnTo>
                <a:lnTo>
                  <a:pt x="1952625" y="590550"/>
                </a:lnTo>
                <a:close/>
                <a:moveTo>
                  <a:pt x="2305050" y="581025"/>
                </a:moveTo>
                <a:lnTo>
                  <a:pt x="2466975" y="581025"/>
                </a:lnTo>
                <a:lnTo>
                  <a:pt x="2466975" y="590550"/>
                </a:lnTo>
                <a:lnTo>
                  <a:pt x="2305050" y="590550"/>
                </a:lnTo>
                <a:close/>
                <a:moveTo>
                  <a:pt x="38100" y="590550"/>
                </a:moveTo>
                <a:lnTo>
                  <a:pt x="142875" y="590550"/>
                </a:lnTo>
                <a:lnTo>
                  <a:pt x="142875" y="600075"/>
                </a:lnTo>
                <a:lnTo>
                  <a:pt x="38100" y="600075"/>
                </a:lnTo>
                <a:close/>
                <a:moveTo>
                  <a:pt x="285750" y="590550"/>
                </a:moveTo>
                <a:lnTo>
                  <a:pt x="390525" y="590550"/>
                </a:lnTo>
                <a:lnTo>
                  <a:pt x="390525" y="600075"/>
                </a:lnTo>
                <a:lnTo>
                  <a:pt x="285750" y="600075"/>
                </a:lnTo>
                <a:close/>
                <a:moveTo>
                  <a:pt x="523875" y="590550"/>
                </a:moveTo>
                <a:lnTo>
                  <a:pt x="628650" y="590550"/>
                </a:lnTo>
                <a:lnTo>
                  <a:pt x="628650" y="600075"/>
                </a:lnTo>
                <a:lnTo>
                  <a:pt x="523875" y="600075"/>
                </a:lnTo>
                <a:close/>
                <a:moveTo>
                  <a:pt x="1038225" y="590550"/>
                </a:moveTo>
                <a:lnTo>
                  <a:pt x="1276350" y="590550"/>
                </a:lnTo>
                <a:lnTo>
                  <a:pt x="1276350" y="600075"/>
                </a:lnTo>
                <a:lnTo>
                  <a:pt x="1038225" y="600075"/>
                </a:lnTo>
                <a:close/>
                <a:moveTo>
                  <a:pt x="1609725" y="590550"/>
                </a:moveTo>
                <a:lnTo>
                  <a:pt x="1752600" y="590550"/>
                </a:lnTo>
                <a:lnTo>
                  <a:pt x="1752600" y="600075"/>
                </a:lnTo>
                <a:lnTo>
                  <a:pt x="1609725" y="600075"/>
                </a:lnTo>
                <a:close/>
                <a:moveTo>
                  <a:pt x="1952625" y="590550"/>
                </a:moveTo>
                <a:lnTo>
                  <a:pt x="2095500" y="590550"/>
                </a:lnTo>
                <a:lnTo>
                  <a:pt x="2095500" y="600075"/>
                </a:lnTo>
                <a:lnTo>
                  <a:pt x="1952625" y="600075"/>
                </a:lnTo>
                <a:close/>
                <a:moveTo>
                  <a:pt x="2305050" y="590550"/>
                </a:moveTo>
                <a:lnTo>
                  <a:pt x="2466975" y="590550"/>
                </a:lnTo>
                <a:lnTo>
                  <a:pt x="2466975" y="600075"/>
                </a:lnTo>
                <a:lnTo>
                  <a:pt x="2305050" y="600075"/>
                </a:lnTo>
                <a:close/>
                <a:moveTo>
                  <a:pt x="38100" y="600075"/>
                </a:moveTo>
                <a:lnTo>
                  <a:pt x="142875" y="600075"/>
                </a:lnTo>
                <a:lnTo>
                  <a:pt x="142875" y="609600"/>
                </a:lnTo>
                <a:lnTo>
                  <a:pt x="38100" y="609600"/>
                </a:lnTo>
                <a:close/>
                <a:moveTo>
                  <a:pt x="285750" y="600075"/>
                </a:moveTo>
                <a:lnTo>
                  <a:pt x="390525" y="600075"/>
                </a:lnTo>
                <a:lnTo>
                  <a:pt x="390525" y="609600"/>
                </a:lnTo>
                <a:lnTo>
                  <a:pt x="285750" y="609600"/>
                </a:lnTo>
                <a:close/>
                <a:moveTo>
                  <a:pt x="523875" y="600075"/>
                </a:moveTo>
                <a:lnTo>
                  <a:pt x="638175" y="600075"/>
                </a:lnTo>
                <a:lnTo>
                  <a:pt x="638175" y="609600"/>
                </a:lnTo>
                <a:lnTo>
                  <a:pt x="523875" y="609600"/>
                </a:lnTo>
                <a:close/>
                <a:moveTo>
                  <a:pt x="1066800" y="600075"/>
                </a:moveTo>
                <a:lnTo>
                  <a:pt x="1247775" y="600075"/>
                </a:lnTo>
                <a:lnTo>
                  <a:pt x="1247775" y="609600"/>
                </a:lnTo>
                <a:lnTo>
                  <a:pt x="1066800" y="609600"/>
                </a:lnTo>
                <a:close/>
                <a:moveTo>
                  <a:pt x="1609725" y="600075"/>
                </a:moveTo>
                <a:lnTo>
                  <a:pt x="1743075" y="600075"/>
                </a:lnTo>
                <a:lnTo>
                  <a:pt x="1743075" y="609600"/>
                </a:lnTo>
                <a:lnTo>
                  <a:pt x="1609725" y="609600"/>
                </a:lnTo>
                <a:close/>
                <a:moveTo>
                  <a:pt x="1952625" y="600075"/>
                </a:moveTo>
                <a:lnTo>
                  <a:pt x="2095500" y="600075"/>
                </a:lnTo>
                <a:lnTo>
                  <a:pt x="2095500" y="609600"/>
                </a:lnTo>
                <a:lnTo>
                  <a:pt x="1952625" y="609600"/>
                </a:lnTo>
                <a:close/>
                <a:moveTo>
                  <a:pt x="2314575" y="600075"/>
                </a:moveTo>
                <a:lnTo>
                  <a:pt x="2466975" y="600075"/>
                </a:lnTo>
                <a:lnTo>
                  <a:pt x="2466975" y="609600"/>
                </a:lnTo>
                <a:lnTo>
                  <a:pt x="2314575" y="609600"/>
                </a:lnTo>
                <a:close/>
                <a:moveTo>
                  <a:pt x="28575" y="609600"/>
                </a:moveTo>
                <a:lnTo>
                  <a:pt x="142875" y="609600"/>
                </a:lnTo>
                <a:lnTo>
                  <a:pt x="142875" y="619125"/>
                </a:lnTo>
                <a:lnTo>
                  <a:pt x="28575" y="619125"/>
                </a:lnTo>
                <a:close/>
                <a:moveTo>
                  <a:pt x="285750" y="609600"/>
                </a:moveTo>
                <a:lnTo>
                  <a:pt x="390525" y="609600"/>
                </a:lnTo>
                <a:lnTo>
                  <a:pt x="390525" y="619125"/>
                </a:lnTo>
                <a:lnTo>
                  <a:pt x="285750" y="619125"/>
                </a:lnTo>
                <a:close/>
                <a:moveTo>
                  <a:pt x="523875" y="609600"/>
                </a:moveTo>
                <a:lnTo>
                  <a:pt x="638175" y="609600"/>
                </a:lnTo>
                <a:lnTo>
                  <a:pt x="638175" y="619125"/>
                </a:lnTo>
                <a:lnTo>
                  <a:pt x="523875" y="619125"/>
                </a:lnTo>
                <a:close/>
                <a:moveTo>
                  <a:pt x="1104900" y="609600"/>
                </a:moveTo>
                <a:lnTo>
                  <a:pt x="1209675" y="609600"/>
                </a:lnTo>
                <a:lnTo>
                  <a:pt x="1209675" y="619125"/>
                </a:lnTo>
                <a:lnTo>
                  <a:pt x="1104900" y="619125"/>
                </a:lnTo>
                <a:close/>
                <a:moveTo>
                  <a:pt x="38100" y="619125"/>
                </a:moveTo>
                <a:lnTo>
                  <a:pt x="142875" y="619125"/>
                </a:lnTo>
                <a:lnTo>
                  <a:pt x="142875" y="628650"/>
                </a:lnTo>
                <a:lnTo>
                  <a:pt x="38100" y="628650"/>
                </a:lnTo>
                <a:close/>
                <a:moveTo>
                  <a:pt x="285750" y="619125"/>
                </a:moveTo>
                <a:lnTo>
                  <a:pt x="390525" y="619125"/>
                </a:lnTo>
                <a:lnTo>
                  <a:pt x="390525" y="628650"/>
                </a:lnTo>
                <a:lnTo>
                  <a:pt x="285750" y="628650"/>
                </a:lnTo>
                <a:close/>
                <a:moveTo>
                  <a:pt x="533400" y="619125"/>
                </a:moveTo>
                <a:lnTo>
                  <a:pt x="628650" y="619125"/>
                </a:lnTo>
                <a:lnTo>
                  <a:pt x="628650" y="628650"/>
                </a:lnTo>
                <a:lnTo>
                  <a:pt x="533400" y="628650"/>
                </a:lnTo>
                <a:close/>
              </a:path>
            </a:pathLst>
          </a:custGeom>
          <a:solidFill>
            <a:srgbClr val="061A35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A45C3BA-9B70-40C5-9928-4A5C71E81126}"/>
              </a:ext>
            </a:extLst>
          </p:cNvPr>
          <p:cNvSpPr>
            <a:spLocks noGrp="1"/>
          </p:cNvSpPr>
          <p:nvPr/>
        </p:nvSpPr>
        <p:spPr>
          <a:xfrm>
            <a:off x="2959180" y="6512243"/>
            <a:ext cx="10239" cy="481251"/>
          </a:xfrm>
          <a:prstGeom prst="rect">
            <a:avLst/>
          </a:prstGeom>
          <a:solidFill>
            <a:srgbClr val="6C87A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8950CC4-4654-4762-9602-2E8AA276FF0D}"/>
              </a:ext>
            </a:extLst>
          </p:cNvPr>
          <p:cNvSpPr>
            <a:spLocks noGrp="1"/>
          </p:cNvSpPr>
          <p:nvPr/>
        </p:nvSpPr>
        <p:spPr>
          <a:xfrm>
            <a:off x="3194685" y="6532722"/>
            <a:ext cx="3993356" cy="563166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36B91"/>
                </a:solidFill>
              </a:defRPr>
            </a:defPPr>
            <a:lvl1pPr>
              <a:defRPr sz="1425" b="0">
                <a:solidFill>
                  <a:srgbClr val="536B91"/>
                </a:solidFill>
              </a:defRPr>
            </a:lvl1pPr>
            <a:lvl2pPr>
              <a:defRPr sz="1425" b="0">
                <a:solidFill>
                  <a:srgbClr val="536B91"/>
                </a:solidFill>
              </a:defRPr>
            </a:lvl2pPr>
            <a:lvl3pPr>
              <a:defRPr sz="1425" b="0">
                <a:solidFill>
                  <a:srgbClr val="536B91"/>
                </a:solidFill>
              </a:defRPr>
            </a:lvl3pPr>
            <a:lvl4pPr>
              <a:defRPr sz="1425" b="0">
                <a:solidFill>
                  <a:srgbClr val="536B91"/>
                </a:solidFill>
              </a:defRPr>
            </a:lvl4pPr>
            <a:lvl5pPr>
              <a:defRPr sz="1425" b="0">
                <a:solidFill>
                  <a:srgbClr val="536B91"/>
                </a:solidFill>
              </a:defRPr>
            </a:lvl5pPr>
            <a:lvl6pPr>
              <a:defRPr sz="1425" b="0">
                <a:solidFill>
                  <a:srgbClr val="536B91"/>
                </a:solidFill>
              </a:defRPr>
            </a:lvl6pPr>
            <a:lvl7pPr>
              <a:defRPr sz="1425" b="0">
                <a:solidFill>
                  <a:srgbClr val="536B91"/>
                </a:solidFill>
              </a:defRPr>
            </a:lvl7pPr>
            <a:lvl8pPr>
              <a:defRPr sz="1425" b="0">
                <a:solidFill>
                  <a:srgbClr val="536B91"/>
                </a:solidFill>
              </a:defRPr>
            </a:lvl8pPr>
            <a:lvl9pPr>
              <a:defRPr sz="1425" b="0">
                <a:solidFill>
                  <a:srgbClr val="536B91"/>
                </a:solidFill>
              </a:defRPr>
            </a:lvl9pPr>
          </a:lstStyle>
          <a:p>
            <a:pPr defTabSz="982980">
              <a:defRPr sz="1425" b="0">
                <a:solidFill>
                  <a:srgbClr val="536B91"/>
                </a:solidFill>
              </a:defRPr>
            </a:pPr>
            <a:r>
              <a:rPr lang="es-ES" sz="1532" noProof="1">
                <a:latin typeface="Aptos"/>
              </a:rPr>
              <a:t>TECNICATURA UNIVERSITARIA</a:t>
            </a:r>
          </a:p>
          <a:p>
            <a:pPr defTabSz="982980">
              <a:defRPr sz="1425" b="0">
                <a:solidFill>
                  <a:srgbClr val="536B91"/>
                </a:solidFill>
              </a:defRPr>
            </a:pPr>
            <a:r>
              <a:rPr lang="es-ES" sz="1532" noProof="1">
                <a:latin typeface="Aptos"/>
              </a:rPr>
              <a:t>EN PROGRAMACIÓN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FD3758AA-C5FA-4BF1-B515-E5BD6D6ECD8A}"/>
              </a:ext>
            </a:extLst>
          </p:cNvPr>
          <p:cNvSpPr>
            <a:spLocks noGrp="1"/>
          </p:cNvSpPr>
          <p:nvPr/>
        </p:nvSpPr>
        <p:spPr>
          <a:xfrm>
            <a:off x="9348549" y="6690912"/>
            <a:ext cx="3399473" cy="368269"/>
          </a:xfrm>
          <a:prstGeom prst="roundRect">
            <a:avLst>
              <a:gd name="adj" fmla="val 17778"/>
            </a:avLst>
          </a:prstGeom>
          <a:solidFill>
            <a:srgbClr val="D5E7FF"/>
          </a:solidFill>
          <a:ln w="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D186CA8-8C93-429E-8195-7D16F798B556}"/>
              </a:ext>
            </a:extLst>
          </p:cNvPr>
          <p:cNvSpPr>
            <a:spLocks noGrp="1"/>
          </p:cNvSpPr>
          <p:nvPr/>
        </p:nvSpPr>
        <p:spPr>
          <a:xfrm>
            <a:off x="9348549" y="6727269"/>
            <a:ext cx="3399473" cy="32766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0860FF"/>
                </a:solidFill>
              </a:defRPr>
            </a:defPPr>
            <a:lvl1pPr>
              <a:defRPr sz="1275" b="0">
                <a:solidFill>
                  <a:srgbClr val="0860FF"/>
                </a:solidFill>
              </a:defRPr>
            </a:lvl1pPr>
            <a:lvl2pPr>
              <a:defRPr sz="1275" b="0">
                <a:solidFill>
                  <a:srgbClr val="0860FF"/>
                </a:solidFill>
              </a:defRPr>
            </a:lvl2pPr>
            <a:lvl3pPr>
              <a:defRPr sz="1275" b="0">
                <a:solidFill>
                  <a:srgbClr val="0860FF"/>
                </a:solidFill>
              </a:defRPr>
            </a:lvl3pPr>
            <a:lvl4pPr>
              <a:defRPr sz="1275" b="0">
                <a:solidFill>
                  <a:srgbClr val="0860FF"/>
                </a:solidFill>
              </a:defRPr>
            </a:lvl4pPr>
            <a:lvl5pPr>
              <a:defRPr sz="1275" b="0">
                <a:solidFill>
                  <a:srgbClr val="0860FF"/>
                </a:solidFill>
              </a:defRPr>
            </a:lvl5pPr>
            <a:lvl6pPr>
              <a:defRPr sz="1275" b="0">
                <a:solidFill>
                  <a:srgbClr val="0860FF"/>
                </a:solidFill>
              </a:defRPr>
            </a:lvl6pPr>
            <a:lvl7pPr>
              <a:defRPr sz="1275" b="0">
                <a:solidFill>
                  <a:srgbClr val="0860FF"/>
                </a:solidFill>
              </a:defRPr>
            </a:lvl7pPr>
            <a:lvl8pPr>
              <a:defRPr sz="1275" b="0">
                <a:solidFill>
                  <a:srgbClr val="0860FF"/>
                </a:solidFill>
              </a:defRPr>
            </a:lvl8pPr>
            <a:lvl9pPr>
              <a:defRPr sz="1275" b="0">
                <a:solidFill>
                  <a:srgbClr val="0860FF"/>
                </a:solidFill>
              </a:defRPr>
            </a:lvl9pPr>
          </a:lstStyle>
          <a:p>
            <a:pPr defTabSz="982980">
              <a:defRPr sz="1275" b="0">
                <a:solidFill>
                  <a:srgbClr val="0860FF"/>
                </a:solidFill>
              </a:defRPr>
            </a:pPr>
            <a:r>
              <a:rPr lang="es-ES" sz="1371" noProof="1">
                <a:latin typeface="Aptos"/>
              </a:rPr>
              <a:t>Gestión simple para pequeños comercios.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B081893-9C6D-4FB8-832B-C700178DA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rot="420000">
            <a:off x="9952672" y="784376"/>
            <a:ext cx="2969419" cy="544522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DC31462B-0A4D-444F-91D9-E3EA8CDD3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 rot="-300000">
            <a:off x="7280196" y="512319"/>
            <a:ext cx="3327797" cy="5753831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F0992436-36FB-7FC4-5219-09F8376141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070" y="1893758"/>
            <a:ext cx="1474469" cy="1474469"/>
          </a:xfrm>
          <a:prstGeom prst="rect">
            <a:avLst/>
          </a:prstGeom>
          <a:effectLst>
            <a:softEdge rad="127000"/>
          </a:effectLst>
          <a:scene3d>
            <a:camera prst="perspectiveHeroicExtreme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8881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37FCDAE-2B35-4453-BE84-30E0C0EC8C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0"/>
                </a:moveTo>
                <a:lnTo>
                  <a:pt x="7000875" y="0"/>
                </a:lnTo>
                <a:cubicBezTo>
                  <a:pt x="6724650" y="1771650"/>
                  <a:pt x="6124575" y="2543175"/>
                  <a:pt x="4581525" y="3228975"/>
                </a:cubicBezTo>
                <a:cubicBezTo>
                  <a:pt x="2762250" y="4114800"/>
                  <a:pt x="1571625" y="3981450"/>
                  <a:pt x="0" y="471487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074CCF-63BF-4EEB-80AA-13D9A5C7D1F7}"/>
              </a:ext>
            </a:extLst>
          </p:cNvPr>
          <p:cNvSpPr>
            <a:spLocks noGrp="1"/>
          </p:cNvSpPr>
          <p:nvPr/>
        </p:nvSpPr>
        <p:spPr>
          <a:xfrm>
            <a:off x="628650" y="485775"/>
            <a:ext cx="6191250" cy="1190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825" b="1" noProof="1">
                <a:solidFill>
                  <a:srgbClr val="FFFFFF"/>
                </a:solidFill>
                <a:latin typeface="Aptos Black" panose="020B0004020202020204" pitchFamily="34" charset="0"/>
              </a:rPr>
              <a:t>¿Qué pasó en el negocio</a:t>
            </a:r>
          </a:p>
          <a:p>
            <a:pPr algn="l">
              <a:lnSpc>
                <a:spcPct val="105000"/>
              </a:lnSpc>
              <a:buNone/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825" b="1" noProof="1">
                <a:solidFill>
                  <a:schemeClr val="tx1"/>
                </a:solidFill>
                <a:latin typeface="Aptos Black" panose="020B0004020202020204" pitchFamily="34" charset="0"/>
              </a:rPr>
              <a:t>mientras Manolo no estaba?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20901D5-7D34-43EC-92CA-1505B7E1EF99}"/>
              </a:ext>
            </a:extLst>
          </p:cNvPr>
          <p:cNvSpPr>
            <a:spLocks noGrp="1"/>
          </p:cNvSpPr>
          <p:nvPr/>
        </p:nvSpPr>
        <p:spPr>
          <a:xfrm>
            <a:off x="8267700" y="323850"/>
            <a:ext cx="4495800" cy="352425"/>
          </a:xfrm>
          <a:prstGeom prst="roundRect">
            <a:avLst>
              <a:gd name="adj" fmla="val 50000"/>
            </a:avLst>
          </a:prstGeom>
          <a:solidFill>
            <a:srgbClr val="FAE9D6"/>
          </a:solidFill>
          <a:ln w="23813">
            <a:solidFill>
              <a:srgbClr val="DAB18C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48927D-3068-4DE2-AE06-579F534AAD15}"/>
              </a:ext>
            </a:extLst>
          </p:cNvPr>
          <p:cNvSpPr>
            <a:spLocks noGrp="1"/>
          </p:cNvSpPr>
          <p:nvPr/>
        </p:nvSpPr>
        <p:spPr>
          <a:xfrm>
            <a:off x="8382000" y="400050"/>
            <a:ext cx="4305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pPr>
            <a:r>
              <a:rPr lang="es-ES" sz="1275" b="1" noProof="1">
                <a:solidFill>
                  <a:srgbClr val="70462D"/>
                </a:solidFill>
                <a:latin typeface="Arial"/>
                <a:ea typeface="Arial"/>
                <a:cs typeface="Arial"/>
              </a:rPr>
              <a:t>Caso ficticio (Manolo, dueño de almacen, 1 Empleado)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B4648BA-4CBF-45E3-B98B-C8B114929F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7700" y="2257425"/>
            <a:ext cx="2543175" cy="3124200"/>
          </a:xfrm>
          <a:prstGeom prst="roundRect">
            <a:avLst>
              <a:gd name="adj" fmla="val 8240"/>
            </a:avLst>
          </a:prstGeom>
          <a:solidFill>
            <a:srgbClr val="FFFFFF"/>
          </a:solidFill>
          <a:ln w="23813">
            <a:solidFill>
              <a:srgbClr val="4B7C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D84DADB-7A09-4AC0-AF23-6D786BD1CF50}"/>
              </a:ext>
            </a:extLst>
          </p:cNvPr>
          <p:cNvSpPr>
            <a:spLocks noGrp="1"/>
          </p:cNvSpPr>
          <p:nvPr/>
        </p:nvSpPr>
        <p:spPr>
          <a:xfrm>
            <a:off x="857250" y="4848225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365F4D"/>
                </a:solidFill>
                <a:latin typeface="Aptos" panose="020B0004020202020204" pitchFamily="34" charset="0"/>
              </a:rPr>
              <a:t>Turno del Empleado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5FF2FC3-45EA-49BB-AFC7-BD1B8DA0C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25050" y="2257425"/>
            <a:ext cx="2543175" cy="3124200"/>
          </a:xfrm>
          <a:prstGeom prst="roundRect">
            <a:avLst>
              <a:gd name="adj" fmla="val 8240"/>
            </a:avLst>
          </a:prstGeom>
          <a:solidFill>
            <a:srgbClr val="FFFFFF"/>
          </a:solidFill>
          <a:ln w="23813">
            <a:solidFill>
              <a:srgbClr val="2C5E9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ABF2435-3AEA-42BC-BDC7-4CC37AD344FC}"/>
              </a:ext>
            </a:extLst>
          </p:cNvPr>
          <p:cNvSpPr>
            <a:spLocks noGrp="1"/>
          </p:cNvSpPr>
          <p:nvPr/>
        </p:nvSpPr>
        <p:spPr>
          <a:xfrm>
            <a:off x="10191750" y="484822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111111"/>
                </a:solidFill>
                <a:latin typeface="Aptos" panose="020B0004020202020204" pitchFamily="34" charset="0"/>
              </a:rPr>
              <a:t>Turno de Manolo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E277CD5-1EEF-4772-A3F8-4DD31AC34974}"/>
              </a:ext>
            </a:extLst>
          </p:cNvPr>
          <p:cNvSpPr>
            <a:spLocks noGrp="1"/>
          </p:cNvSpPr>
          <p:nvPr/>
        </p:nvSpPr>
        <p:spPr>
          <a:xfrm rot="-540000">
            <a:off x="3829050" y="2295525"/>
            <a:ext cx="1457325" cy="1524000"/>
          </a:xfrm>
          <a:prstGeom prst="rect">
            <a:avLst/>
          </a:prstGeom>
          <a:solidFill>
            <a:srgbClr val="F5DF89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B18C3C1-8BE4-4957-95A9-E6335458D0D4}"/>
              </a:ext>
            </a:extLst>
          </p:cNvPr>
          <p:cNvSpPr>
            <a:spLocks noGrp="1"/>
          </p:cNvSpPr>
          <p:nvPr/>
        </p:nvSpPr>
        <p:spPr>
          <a:xfrm rot="-540000">
            <a:off x="3819218" y="2285693"/>
            <a:ext cx="1457325" cy="228600"/>
          </a:xfrm>
          <a:prstGeom prst="rect">
            <a:avLst/>
          </a:prstGeom>
          <a:solidFill>
            <a:srgbClr val="DFC76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0BDF0FC5-4E42-4A0D-9BC3-42F1C9F8D0F7}"/>
              </a:ext>
            </a:extLst>
          </p:cNvPr>
          <p:cNvSpPr>
            <a:spLocks noGrp="1"/>
          </p:cNvSpPr>
          <p:nvPr/>
        </p:nvSpPr>
        <p:spPr>
          <a:xfrm rot="-540000">
            <a:off x="3962400" y="2752725"/>
            <a:ext cx="13335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+mn-lt"/>
                <a:ea typeface="Arial"/>
                <a:cs typeface="Arial"/>
              </a:rPr>
              <a:t>Anotaciones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+mn-lt"/>
                <a:ea typeface="Arial"/>
                <a:cs typeface="Arial"/>
              </a:rPr>
              <a:t>dispersas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1CD48E0-0F9E-4A5D-864B-841C0A3E7234}"/>
              </a:ext>
            </a:extLst>
          </p:cNvPr>
          <p:cNvSpPr>
            <a:spLocks noGrp="1"/>
          </p:cNvSpPr>
          <p:nvPr/>
        </p:nvSpPr>
        <p:spPr>
          <a:xfrm rot="540000">
            <a:off x="4629150" y="3838575"/>
            <a:ext cx="1676400" cy="1647825"/>
          </a:xfrm>
          <a:prstGeom prst="rect">
            <a:avLst/>
          </a:prstGeom>
          <a:solidFill>
            <a:srgbClr val="F3F3EF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DC090F86-D19A-4B45-9757-1F983086DE7E}"/>
              </a:ext>
            </a:extLst>
          </p:cNvPr>
          <p:cNvSpPr>
            <a:spLocks noGrp="1"/>
          </p:cNvSpPr>
          <p:nvPr/>
        </p:nvSpPr>
        <p:spPr>
          <a:xfrm rot="540000">
            <a:off x="4810125" y="4286250"/>
            <a:ext cx="147637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Aptos" panose="020B0004020202020204" pitchFamily="34" charset="0"/>
              </a:rPr>
              <a:t>Novedades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Aptos" panose="020B0004020202020204" pitchFamily="34" charset="0"/>
              </a:rPr>
              <a:t>sin comunicar</a:t>
            </a: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13A7AE42-AC94-412D-BB9E-9CE751ED2AB7}"/>
              </a:ext>
            </a:extLst>
          </p:cNvPr>
          <p:cNvSpPr>
            <a:spLocks noGrp="1"/>
          </p:cNvSpPr>
          <p:nvPr/>
        </p:nvSpPr>
        <p:spPr>
          <a:xfrm>
            <a:off x="5410200" y="2514600"/>
            <a:ext cx="876300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B6F8075A-E00A-4EC7-B4DF-2E0C7691FE7E}"/>
              </a:ext>
            </a:extLst>
          </p:cNvPr>
          <p:cNvSpPr>
            <a:spLocks noGrp="1"/>
          </p:cNvSpPr>
          <p:nvPr/>
        </p:nvSpPr>
        <p:spPr>
          <a:xfrm>
            <a:off x="3752850" y="4086225"/>
            <a:ext cx="86677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8E8AC71E-3003-4BB0-A9BF-E756A5F23668}"/>
              </a:ext>
            </a:extLst>
          </p:cNvPr>
          <p:cNvSpPr>
            <a:spLocks noGrp="1"/>
          </p:cNvSpPr>
          <p:nvPr/>
        </p:nvSpPr>
        <p:spPr>
          <a:xfrm>
            <a:off x="7067550" y="4429125"/>
            <a:ext cx="77152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3DD6959D-3651-486C-AF1C-BCF7835533BE}"/>
              </a:ext>
            </a:extLst>
          </p:cNvPr>
          <p:cNvSpPr>
            <a:spLocks noGrp="1"/>
          </p:cNvSpPr>
          <p:nvPr/>
        </p:nvSpPr>
        <p:spPr>
          <a:xfrm>
            <a:off x="6877050" y="2200275"/>
            <a:ext cx="1352550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07367DF1-1B52-46B8-A293-EF24254AD152}"/>
              </a:ext>
            </a:extLst>
          </p:cNvPr>
          <p:cNvSpPr>
            <a:spLocks noGrp="1"/>
          </p:cNvSpPr>
          <p:nvPr/>
        </p:nvSpPr>
        <p:spPr>
          <a:xfrm>
            <a:off x="6753225" y="3305175"/>
            <a:ext cx="141922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7F178A8D-4F4C-4A58-AF34-37E243209977}"/>
              </a:ext>
            </a:extLst>
          </p:cNvPr>
          <p:cNvSpPr>
            <a:spLocks noGrp="1"/>
          </p:cNvSpPr>
          <p:nvPr/>
        </p:nvSpPr>
        <p:spPr>
          <a:xfrm>
            <a:off x="7639050" y="2943225"/>
            <a:ext cx="134302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667B53FD-6078-4B2B-B3C2-02CFA6AD1A64}"/>
              </a:ext>
            </a:extLst>
          </p:cNvPr>
          <p:cNvSpPr>
            <a:spLocks noGrp="1"/>
          </p:cNvSpPr>
          <p:nvPr/>
        </p:nvSpPr>
        <p:spPr>
          <a:xfrm>
            <a:off x="9639300" y="2667000"/>
            <a:ext cx="112395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¿Qué se</a:t>
            </a:r>
          </a:p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vendió?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5EBBDB36-EC22-4099-A58D-6252F8718349}"/>
              </a:ext>
            </a:extLst>
          </p:cNvPr>
          <p:cNvSpPr>
            <a:spLocks noGrp="1"/>
          </p:cNvSpPr>
          <p:nvPr/>
        </p:nvSpPr>
        <p:spPr>
          <a:xfrm>
            <a:off x="11620500" y="2667000"/>
            <a:ext cx="11334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¿Cuánto</a:t>
            </a:r>
          </a:p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queda?</a:t>
            </a: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8A63A630-197B-493C-B2F3-A20149B1E8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82150" y="2409825"/>
            <a:ext cx="1209675" cy="971550"/>
          </a:xfrm>
          <a:prstGeom prst="ellipse">
            <a:avLst/>
          </a:prstGeom>
          <a:solidFill>
            <a:srgbClr val="DCEBFA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FD9E7AE1-B5FB-445B-BCBE-679AB77A69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96450" y="2667000"/>
            <a:ext cx="9810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¿Qué se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vendió?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6977B1D7-8290-446B-AE78-4654E8180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82400" y="2409825"/>
            <a:ext cx="1209675" cy="971550"/>
          </a:xfrm>
          <a:prstGeom prst="ellipse">
            <a:avLst/>
          </a:prstGeom>
          <a:solidFill>
            <a:srgbClr val="DCEBFA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FF4E1EE9-8DC1-478B-A85A-64875CD42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96700" y="2667000"/>
            <a:ext cx="9810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¿Cuánto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queda?</a:t>
            </a: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9FDFB1DC-1D34-4CA2-9227-5AD67BD383D7}"/>
              </a:ext>
            </a:extLst>
          </p:cNvPr>
          <p:cNvSpPr>
            <a:spLocks noGrp="1"/>
          </p:cNvSpPr>
          <p:nvPr/>
        </p:nvSpPr>
        <p:spPr>
          <a:xfrm>
            <a:off x="647700" y="6096000"/>
            <a:ext cx="11811000" cy="933450"/>
          </a:xfrm>
          <a:prstGeom prst="roundRect">
            <a:avLst>
              <a:gd name="adj" fmla="val 22449"/>
            </a:avLst>
          </a:prstGeom>
          <a:solidFill>
            <a:srgbClr val="F6DFD2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D77729EE-3FC7-4554-8DE2-9FD093E8BC3F}"/>
              </a:ext>
            </a:extLst>
          </p:cNvPr>
          <p:cNvSpPr>
            <a:spLocks noGrp="1"/>
          </p:cNvSpPr>
          <p:nvPr/>
        </p:nvSpPr>
        <p:spPr>
          <a:xfrm>
            <a:off x="904875" y="6286500"/>
            <a:ext cx="619125" cy="552450"/>
          </a:xfrm>
          <a:prstGeom prst="triangle">
            <a:avLst/>
          </a:prstGeom>
          <a:solidFill>
            <a:srgbClr val="B8452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3DBA5243-CC81-40E9-B822-B63701556CB9}"/>
              </a:ext>
            </a:extLst>
          </p:cNvPr>
          <p:cNvSpPr>
            <a:spLocks noGrp="1"/>
          </p:cNvSpPr>
          <p:nvPr/>
        </p:nvSpPr>
        <p:spPr>
          <a:xfrm>
            <a:off x="1143000" y="6400800"/>
            <a:ext cx="2381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775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9238ACE3-61B7-4AB2-B0A1-D28E46D76B6B}"/>
              </a:ext>
            </a:extLst>
          </p:cNvPr>
          <p:cNvSpPr>
            <a:spLocks noGrp="1"/>
          </p:cNvSpPr>
          <p:nvPr/>
        </p:nvSpPr>
        <p:spPr>
          <a:xfrm>
            <a:off x="1646668" y="643890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75" b="1" noProof="1">
                <a:solidFill>
                  <a:srgbClr val="111111"/>
                </a:solidFill>
                <a:latin typeface="Aptos" panose="020B0004020202020204" pitchFamily="34" charset="0"/>
              </a:rPr>
              <a:t>• Volver a contar productos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5FF8968-EDF1-4AAF-B395-B18AFE873CAE}"/>
              </a:ext>
            </a:extLst>
          </p:cNvPr>
          <p:cNvSpPr>
            <a:spLocks noGrp="1"/>
          </p:cNvSpPr>
          <p:nvPr/>
        </p:nvSpPr>
        <p:spPr>
          <a:xfrm>
            <a:off x="4791877" y="6438900"/>
            <a:ext cx="30289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75" b="1" noProof="1">
                <a:solidFill>
                  <a:srgbClr val="111111"/>
                </a:solidFill>
                <a:latin typeface="Aptos" panose="020B0004020202020204" pitchFamily="34" charset="0"/>
              </a:rPr>
              <a:t>• Detectar faltantes tarde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953F5DC7-A06D-4DCC-945E-78824E6576B9}"/>
              </a:ext>
            </a:extLst>
          </p:cNvPr>
          <p:cNvSpPr>
            <a:spLocks noGrp="1"/>
          </p:cNvSpPr>
          <p:nvPr/>
        </p:nvSpPr>
        <p:spPr>
          <a:xfrm>
            <a:off x="7712403" y="6438900"/>
            <a:ext cx="4333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75" b="1" noProof="1">
                <a:solidFill>
                  <a:srgbClr val="111111"/>
                </a:solidFill>
                <a:latin typeface="Aptos" panose="020B0004020202020204" pitchFamily="34" charset="0"/>
              </a:rPr>
              <a:t>• Dedicar tiempo a reconstruir lo ocurrido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309FD556-4DDA-4CE0-AA3F-BC5C61A23234}"/>
              </a:ext>
            </a:extLst>
          </p:cNvPr>
          <p:cNvSpPr>
            <a:spLocks noGrp="1"/>
          </p:cNvSpPr>
          <p:nvPr/>
        </p:nvSpPr>
        <p:spPr>
          <a:xfrm rot="-300000">
            <a:off x="7620000" y="3562350"/>
            <a:ext cx="1419225" cy="1381125"/>
          </a:xfrm>
          <a:prstGeom prst="rect">
            <a:avLst/>
          </a:prstGeom>
          <a:solidFill>
            <a:srgbClr val="F4C78F"/>
          </a:solidFill>
          <a:ln w="0">
            <a:noFill/>
          </a:ln>
        </p:spPr>
        <p:txBody>
          <a:bodyPr/>
          <a:lstStyle/>
          <a:p>
            <a:endParaRPr lang="es-ES" b="1" noProof="1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A7737CF4-6A76-4B70-9247-A21D25FB1082}"/>
              </a:ext>
            </a:extLst>
          </p:cNvPr>
          <p:cNvSpPr>
            <a:spLocks noGrp="1"/>
          </p:cNvSpPr>
          <p:nvPr/>
        </p:nvSpPr>
        <p:spPr>
          <a:xfrm rot="-300000">
            <a:off x="7724775" y="3933825"/>
            <a:ext cx="1285875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noProof="1">
                <a:solidFill>
                  <a:srgbClr val="111111"/>
                </a:solidFill>
                <a:latin typeface="Aptos" panose="020B0004020202020204" pitchFamily="34" charset="0"/>
              </a:rPr>
              <a:t>Dudas sobre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noProof="1">
                <a:solidFill>
                  <a:srgbClr val="111111"/>
                </a:solidFill>
                <a:latin typeface="Aptos" panose="020B0004020202020204" pitchFamily="34" charset="0"/>
              </a:rPr>
              <a:t>la mercadería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noProof="1">
                <a:solidFill>
                  <a:srgbClr val="111111"/>
                </a:solidFill>
                <a:latin typeface="Aptos" panose="020B0004020202020204" pitchFamily="34" charset="0"/>
              </a:rPr>
              <a:t>disponible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B8F053F8-DA5A-41F1-9CB7-A10B360A98BE}"/>
              </a:ext>
            </a:extLst>
          </p:cNvPr>
          <p:cNvSpPr>
            <a:spLocks noGrp="1"/>
          </p:cNvSpPr>
          <p:nvPr/>
        </p:nvSpPr>
        <p:spPr>
          <a:xfrm rot="-300000">
            <a:off x="7934325" y="3486150"/>
            <a:ext cx="752475" cy="190500"/>
          </a:xfrm>
          <a:prstGeom prst="rect">
            <a:avLst/>
          </a:prstGeom>
          <a:solidFill>
            <a:srgbClr val="D4A56C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pic>
        <p:nvPicPr>
          <p:cNvPr id="102" name="Imagen 101">
            <a:extLst>
              <a:ext uri="{FF2B5EF4-FFF2-40B4-BE49-F238E27FC236}">
                <a16:creationId xmlns:a16="http://schemas.microsoft.com/office/drawing/2014/main" id="{D532E923-5908-3BFA-76AA-AA7637CF2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171" y="3168647"/>
            <a:ext cx="1976931" cy="1647442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4D3131D0-3684-FF3F-E50C-6448C5EE3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3035972"/>
            <a:ext cx="1928958" cy="16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3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66B6631-FC99-43B3-B291-7B51DDD12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0"/>
                </a:moveTo>
                <a:lnTo>
                  <a:pt x="7000875" y="0"/>
                </a:lnTo>
                <a:cubicBezTo>
                  <a:pt x="6724650" y="1771650"/>
                  <a:pt x="6124575" y="2543175"/>
                  <a:pt x="4581525" y="3228975"/>
                </a:cubicBezTo>
                <a:cubicBezTo>
                  <a:pt x="2762250" y="4114800"/>
                  <a:pt x="1571625" y="3981450"/>
                  <a:pt x="0" y="471487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2CB3F02-E16C-4CD2-BD81-644831B2EE5F}"/>
              </a:ext>
            </a:extLst>
          </p:cNvPr>
          <p:cNvSpPr>
            <a:spLocks noGrp="1"/>
          </p:cNvSpPr>
          <p:nvPr/>
        </p:nvSpPr>
        <p:spPr>
          <a:xfrm>
            <a:off x="628650" y="495300"/>
            <a:ext cx="11173092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5000"/>
              </a:lnSpc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675" b="1" noProof="1">
                <a:solidFill>
                  <a:srgbClr val="FFFFFF"/>
                </a:solidFill>
                <a:latin typeface="Aptos Black" panose="020B0004020202020204" pitchFamily="34" charset="0"/>
              </a:rPr>
              <a:t>De la información dispersa </a:t>
            </a:r>
            <a:r>
              <a:rPr lang="es-ES" b="1" noProof="1">
                <a:solidFill>
                  <a:srgbClr val="111111"/>
                </a:solidFill>
                <a:latin typeface="Aptos Black" panose="020B0004020202020204" pitchFamily="34" charset="0"/>
              </a:rPr>
              <a:t>a una gestión compartida</a:t>
            </a:r>
            <a:endParaRPr lang="es-ES" sz="3675" b="1" noProof="1">
              <a:solidFill>
                <a:srgbClr val="FFFFFF"/>
              </a:solidFill>
              <a:latin typeface="Aptos Black" panose="020B0004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9C000C0-AB72-49D3-8E90-B2129B7D2029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3400425" cy="657225"/>
          </a:xfrm>
          <a:prstGeom prst="roundRect">
            <a:avLst>
              <a:gd name="adj" fmla="val 31884"/>
            </a:avLst>
          </a:prstGeom>
          <a:solidFill>
            <a:srgbClr val="192B35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37A8067-CBA5-4499-BB2E-184804D71616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3400425" cy="12382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7E3CC3-DED8-4348-92F1-1A46C06B9CCD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3209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175" b="1" noProof="1">
                <a:solidFill>
                  <a:srgbClr val="FFFFFF"/>
                </a:solidFill>
                <a:latin typeface="Aptos" panose="020B0004020202020204" pitchFamily="34" charset="0"/>
              </a:rPr>
              <a:t>Dificultad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139145C-16DF-4A33-A3D2-446A539170DD}"/>
              </a:ext>
            </a:extLst>
          </p:cNvPr>
          <p:cNvSpPr>
            <a:spLocks noGrp="1"/>
          </p:cNvSpPr>
          <p:nvPr/>
        </p:nvSpPr>
        <p:spPr>
          <a:xfrm>
            <a:off x="4857750" y="1524000"/>
            <a:ext cx="3400425" cy="657225"/>
          </a:xfrm>
          <a:prstGeom prst="roundRect">
            <a:avLst>
              <a:gd name="adj" fmla="val 31884"/>
            </a:avLst>
          </a:prstGeom>
          <a:solidFill>
            <a:srgbClr val="192B35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A45A5DB-762F-49F6-8BEB-A6BC5332477F}"/>
              </a:ext>
            </a:extLst>
          </p:cNvPr>
          <p:cNvSpPr>
            <a:spLocks noGrp="1"/>
          </p:cNvSpPr>
          <p:nvPr/>
        </p:nvSpPr>
        <p:spPr>
          <a:xfrm>
            <a:off x="4857750" y="2076450"/>
            <a:ext cx="3400425" cy="1238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AF751C-490C-4B6E-BB13-903E4EA6239F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3209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FFFFFF"/>
                </a:solidFill>
                <a:latin typeface="Aptos" panose="020B0004020202020204" pitchFamily="34" charset="0"/>
              </a:rPr>
              <a:t>Respuesta de la aplicación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9DAF3B4-1EEF-44D3-8D96-FBCFF8110A6F}"/>
              </a:ext>
            </a:extLst>
          </p:cNvPr>
          <p:cNvSpPr>
            <a:spLocks noGrp="1"/>
          </p:cNvSpPr>
          <p:nvPr/>
        </p:nvSpPr>
        <p:spPr>
          <a:xfrm>
            <a:off x="9077325" y="1524000"/>
            <a:ext cx="3400425" cy="657225"/>
          </a:xfrm>
          <a:prstGeom prst="roundRect">
            <a:avLst>
              <a:gd name="adj" fmla="val 31884"/>
            </a:avLst>
          </a:prstGeom>
          <a:solidFill>
            <a:srgbClr val="192B35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12EECF7-8914-49F3-86C1-46B752B735DD}"/>
              </a:ext>
            </a:extLst>
          </p:cNvPr>
          <p:cNvSpPr>
            <a:spLocks noGrp="1"/>
          </p:cNvSpPr>
          <p:nvPr/>
        </p:nvSpPr>
        <p:spPr>
          <a:xfrm>
            <a:off x="9077325" y="2076450"/>
            <a:ext cx="3400425" cy="12382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AF6CBA-CBF8-42FC-BC55-008E9C5BC83C}"/>
              </a:ext>
            </a:extLst>
          </p:cNvPr>
          <p:cNvSpPr>
            <a:spLocks noGrp="1"/>
          </p:cNvSpPr>
          <p:nvPr/>
        </p:nvSpPr>
        <p:spPr>
          <a:xfrm>
            <a:off x="9172575" y="1714500"/>
            <a:ext cx="3209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FFFFFF"/>
                </a:solidFill>
                <a:latin typeface="Aptos" panose="020B0004020202020204" pitchFamily="34" charset="0"/>
              </a:rPr>
              <a:t>Utilidad para el comercio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3166096-591F-466E-94D0-FEE90292BC05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21769B8-3D38-4040-8599-A77E70F92071}"/>
              </a:ext>
            </a:extLst>
          </p:cNvPr>
          <p:cNvSpPr>
            <a:spLocks noGrp="1"/>
          </p:cNvSpPr>
          <p:nvPr/>
        </p:nvSpPr>
        <p:spPr>
          <a:xfrm>
            <a:off x="4857750" y="23622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1CE4DEF-6A01-42EB-AECF-DBDCBEBD9F6D}"/>
              </a:ext>
            </a:extLst>
          </p:cNvPr>
          <p:cNvSpPr>
            <a:spLocks noGrp="1"/>
          </p:cNvSpPr>
          <p:nvPr/>
        </p:nvSpPr>
        <p:spPr>
          <a:xfrm>
            <a:off x="9077325" y="23622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1BF1FE1-2488-4955-B26A-D46843F46C38}"/>
              </a:ext>
            </a:extLst>
          </p:cNvPr>
          <p:cNvSpPr>
            <a:spLocks noGrp="1"/>
          </p:cNvSpPr>
          <p:nvPr/>
        </p:nvSpPr>
        <p:spPr>
          <a:xfrm>
            <a:off x="1628775" y="2581275"/>
            <a:ext cx="23336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Anotaciones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dispersas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AB47605-5694-4FE2-89D5-883F08E40F2A}"/>
              </a:ext>
            </a:extLst>
          </p:cNvPr>
          <p:cNvSpPr>
            <a:spLocks noGrp="1"/>
          </p:cNvSpPr>
          <p:nvPr/>
        </p:nvSpPr>
        <p:spPr>
          <a:xfrm>
            <a:off x="4972050" y="2581275"/>
            <a:ext cx="31718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Registro e historial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de ventas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FE39025-C7A3-442B-A121-546A80BBE626}"/>
              </a:ext>
            </a:extLst>
          </p:cNvPr>
          <p:cNvSpPr>
            <a:spLocks noGrp="1"/>
          </p:cNvSpPr>
          <p:nvPr/>
        </p:nvSpPr>
        <p:spPr>
          <a:xfrm>
            <a:off x="9210675" y="258127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Consultar qué se vendió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durante cada turno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DB2D9F2A-DC51-46C5-B4EF-DAE8454A5F4C}"/>
              </a:ext>
            </a:extLst>
          </p:cNvPr>
          <p:cNvSpPr>
            <a:spLocks noGrp="1"/>
          </p:cNvSpPr>
          <p:nvPr/>
        </p:nvSpPr>
        <p:spPr>
          <a:xfrm>
            <a:off x="4257675" y="27146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D2D28811-8FF5-49DD-A7D8-EC94610DC9E0}"/>
              </a:ext>
            </a:extLst>
          </p:cNvPr>
          <p:cNvSpPr>
            <a:spLocks noGrp="1"/>
          </p:cNvSpPr>
          <p:nvPr/>
        </p:nvSpPr>
        <p:spPr>
          <a:xfrm>
            <a:off x="8477250" y="27146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825A2D0A-37E8-40B9-B4D4-3785DD5FAAD4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60FF6EAE-AFEB-4F42-A4D8-CC4D88AA5152}"/>
              </a:ext>
            </a:extLst>
          </p:cNvPr>
          <p:cNvSpPr>
            <a:spLocks noGrp="1"/>
          </p:cNvSpPr>
          <p:nvPr/>
        </p:nvSpPr>
        <p:spPr>
          <a:xfrm>
            <a:off x="4857750" y="352425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C662B8A-F405-4AB8-ACFC-C1F59BE9EE52}"/>
              </a:ext>
            </a:extLst>
          </p:cNvPr>
          <p:cNvSpPr>
            <a:spLocks noGrp="1"/>
          </p:cNvSpPr>
          <p:nvPr/>
        </p:nvSpPr>
        <p:spPr>
          <a:xfrm>
            <a:off x="9077325" y="352425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DFA887E-BDA7-4C74-A6DD-C3CCF0116C68}"/>
              </a:ext>
            </a:extLst>
          </p:cNvPr>
          <p:cNvSpPr>
            <a:spLocks noGrp="1"/>
          </p:cNvSpPr>
          <p:nvPr/>
        </p:nvSpPr>
        <p:spPr>
          <a:xfrm>
            <a:off x="1628775" y="3743325"/>
            <a:ext cx="23336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Dudas sobre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cuánto queda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AE501C3-14DF-4C81-AD48-1ABC806C6B55}"/>
              </a:ext>
            </a:extLst>
          </p:cNvPr>
          <p:cNvSpPr>
            <a:spLocks noGrp="1"/>
          </p:cNvSpPr>
          <p:nvPr/>
        </p:nvSpPr>
        <p:spPr>
          <a:xfrm>
            <a:off x="4972050" y="3743325"/>
            <a:ext cx="31718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Existencias actualizadas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al registrar operaciones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86EB548-C3FC-4943-9664-C1FEDC0BAF39}"/>
              </a:ext>
            </a:extLst>
          </p:cNvPr>
          <p:cNvSpPr>
            <a:spLocks noGrp="1"/>
          </p:cNvSpPr>
          <p:nvPr/>
        </p:nvSpPr>
        <p:spPr>
          <a:xfrm>
            <a:off x="9210675" y="374332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Consultar disponibilidad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y orientar la reposición</a:t>
            </a:r>
          </a:p>
        </p:txBody>
      </p:sp>
      <p:sp>
        <p:nvSpPr>
          <p:cNvPr id="60" name="Flecha: a la derecha 59">
            <a:extLst>
              <a:ext uri="{FF2B5EF4-FFF2-40B4-BE49-F238E27FC236}">
                <a16:creationId xmlns:a16="http://schemas.microsoft.com/office/drawing/2014/main" id="{53607B6D-BC05-4605-AF93-D1413CC2B834}"/>
              </a:ext>
            </a:extLst>
          </p:cNvPr>
          <p:cNvSpPr>
            <a:spLocks noGrp="1"/>
          </p:cNvSpPr>
          <p:nvPr/>
        </p:nvSpPr>
        <p:spPr>
          <a:xfrm>
            <a:off x="4257675" y="387667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1" name="Flecha: a la derecha 60">
            <a:extLst>
              <a:ext uri="{FF2B5EF4-FFF2-40B4-BE49-F238E27FC236}">
                <a16:creationId xmlns:a16="http://schemas.microsoft.com/office/drawing/2014/main" id="{E253A360-39C9-47FA-92C5-BCB127760F9C}"/>
              </a:ext>
            </a:extLst>
          </p:cNvPr>
          <p:cNvSpPr>
            <a:spLocks noGrp="1"/>
          </p:cNvSpPr>
          <p:nvPr/>
        </p:nvSpPr>
        <p:spPr>
          <a:xfrm>
            <a:off x="8477250" y="387667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475FAC82-AE1E-4F9D-94DF-797B9096BB59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8682A75C-0318-4528-8E64-6F97480F820A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721F8A8F-5650-45AC-9593-F63714BF71CB}"/>
              </a:ext>
            </a:extLst>
          </p:cNvPr>
          <p:cNvSpPr>
            <a:spLocks noGrp="1"/>
          </p:cNvSpPr>
          <p:nvPr/>
        </p:nvSpPr>
        <p:spPr>
          <a:xfrm>
            <a:off x="9077325" y="46863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B5B08CDB-AA85-4A59-9BE3-32174D8EBE02}"/>
              </a:ext>
            </a:extLst>
          </p:cNvPr>
          <p:cNvSpPr>
            <a:spLocks noGrp="1"/>
          </p:cNvSpPr>
          <p:nvPr/>
        </p:nvSpPr>
        <p:spPr>
          <a:xfrm>
            <a:off x="1628775" y="4905375"/>
            <a:ext cx="23336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Horarios acordados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de palabra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DDF293F7-1901-4B45-94E3-93061597CE8F}"/>
              </a:ext>
            </a:extLst>
          </p:cNvPr>
          <p:cNvSpPr>
            <a:spLocks noGrp="1"/>
          </p:cNvSpPr>
          <p:nvPr/>
        </p:nvSpPr>
        <p:spPr>
          <a:xfrm>
            <a:off x="4972050" y="4905375"/>
            <a:ext cx="31718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Asignación y consulta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de turnos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10E8E5D9-52F1-460F-8FB0-A70D92C658BC}"/>
              </a:ext>
            </a:extLst>
          </p:cNvPr>
          <p:cNvSpPr>
            <a:spLocks noGrp="1"/>
          </p:cNvSpPr>
          <p:nvPr/>
        </p:nvSpPr>
        <p:spPr>
          <a:xfrm>
            <a:off x="9210675" y="490537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Saber qué horarios tiene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asignados el empleado</a:t>
            </a:r>
          </a:p>
        </p:txBody>
      </p:sp>
      <p:sp>
        <p:nvSpPr>
          <p:cNvPr id="100" name="Flecha: a la derecha 99">
            <a:extLst>
              <a:ext uri="{FF2B5EF4-FFF2-40B4-BE49-F238E27FC236}">
                <a16:creationId xmlns:a16="http://schemas.microsoft.com/office/drawing/2014/main" id="{426D4634-1574-4EBF-952E-D20035E4E26E}"/>
              </a:ext>
            </a:extLst>
          </p:cNvPr>
          <p:cNvSpPr>
            <a:spLocks noGrp="1"/>
          </p:cNvSpPr>
          <p:nvPr/>
        </p:nvSpPr>
        <p:spPr>
          <a:xfrm>
            <a:off x="4257675" y="50387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01" name="Flecha: a la derecha 100">
            <a:extLst>
              <a:ext uri="{FF2B5EF4-FFF2-40B4-BE49-F238E27FC236}">
                <a16:creationId xmlns:a16="http://schemas.microsoft.com/office/drawing/2014/main" id="{A48E19AD-038D-4B0D-B51F-2A0E4BC8D44A}"/>
              </a:ext>
            </a:extLst>
          </p:cNvPr>
          <p:cNvSpPr>
            <a:spLocks noGrp="1"/>
          </p:cNvSpPr>
          <p:nvPr/>
        </p:nvSpPr>
        <p:spPr>
          <a:xfrm>
            <a:off x="8477250" y="50387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729D48DC-AC77-44E5-847C-3C239A2E1131}"/>
              </a:ext>
            </a:extLst>
          </p:cNvPr>
          <p:cNvSpPr>
            <a:spLocks noGrp="1"/>
          </p:cNvSpPr>
          <p:nvPr/>
        </p:nvSpPr>
        <p:spPr>
          <a:xfrm>
            <a:off x="4178893" y="6076950"/>
            <a:ext cx="4777100" cy="457200"/>
          </a:xfrm>
          <a:prstGeom prst="roundRect">
            <a:avLst>
              <a:gd name="adj" fmla="val 45833"/>
            </a:avLst>
          </a:prstGeom>
          <a:solidFill>
            <a:srgbClr val="174B3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43201504-965C-478B-98FA-06DA851B0D8C}"/>
              </a:ext>
            </a:extLst>
          </p:cNvPr>
          <p:cNvSpPr>
            <a:spLocks noGrp="1"/>
          </p:cNvSpPr>
          <p:nvPr/>
        </p:nvSpPr>
        <p:spPr>
          <a:xfrm>
            <a:off x="3333750" y="6467475"/>
            <a:ext cx="6448425" cy="523875"/>
          </a:xfrm>
          <a:prstGeom prst="roundRect">
            <a:avLst>
              <a:gd name="adj" fmla="val 40000"/>
            </a:avLst>
          </a:prstGeom>
          <a:solidFill>
            <a:srgbClr val="174B3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581692D5-82BC-423B-AEC9-C7F8C77CEC2E}"/>
              </a:ext>
            </a:extLst>
          </p:cNvPr>
          <p:cNvSpPr>
            <a:spLocks noGrp="1"/>
          </p:cNvSpPr>
          <p:nvPr/>
        </p:nvSpPr>
        <p:spPr>
          <a:xfrm>
            <a:off x="3867150" y="6153150"/>
            <a:ext cx="542925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2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Manolo y otros comercios: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525D9B93-C860-4A77-BB1F-123FB28E1E72}"/>
              </a:ext>
            </a:extLst>
          </p:cNvPr>
          <p:cNvSpPr>
            <a:spLocks noGrp="1"/>
          </p:cNvSpPr>
          <p:nvPr/>
        </p:nvSpPr>
        <p:spPr>
          <a:xfrm>
            <a:off x="3419475" y="6543675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2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registros y turnos en una misma herramienta</a:t>
            </a:r>
          </a:p>
        </p:txBody>
      </p:sp>
      <p:pic>
        <p:nvPicPr>
          <p:cNvPr id="140" name="Imagen 139">
            <a:extLst>
              <a:ext uri="{FF2B5EF4-FFF2-40B4-BE49-F238E27FC236}">
                <a16:creationId xmlns:a16="http://schemas.microsoft.com/office/drawing/2014/main" id="{21A3CDD0-6952-60E7-DE49-4FCFA62A3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2471737"/>
            <a:ext cx="742950" cy="742950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C69A9936-6092-FC38-5F6B-DE623F031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64" y="3628091"/>
            <a:ext cx="743573" cy="743573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A84619C7-4C07-229F-E1A2-14F6A20DF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4788091"/>
            <a:ext cx="7524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D5C9415-8E93-43BA-AC55-C808366C5B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0"/>
                </a:moveTo>
                <a:lnTo>
                  <a:pt x="7000875" y="0"/>
                </a:lnTo>
                <a:cubicBezTo>
                  <a:pt x="6724650" y="1771650"/>
                  <a:pt x="6124575" y="2543175"/>
                  <a:pt x="4581525" y="3228975"/>
                </a:cubicBezTo>
                <a:cubicBezTo>
                  <a:pt x="2762250" y="4114800"/>
                  <a:pt x="1571625" y="3981450"/>
                  <a:pt x="0" y="471487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28C3CB6-5A66-4740-AC9E-6F520CAE50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8650" y="49530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750" b="1" noProof="1">
                <a:solidFill>
                  <a:srgbClr val="FFFFFF"/>
                </a:solidFill>
                <a:latin typeface="Aptos Black" panose="020B0004020202020204" pitchFamily="34" charset="0"/>
              </a:rPr>
              <a:t>Bienvenida y gestión </a:t>
            </a:r>
            <a:r>
              <a:rPr lang="es-ES" sz="3750" b="1" noProof="1">
                <a:solidFill>
                  <a:schemeClr val="tx1"/>
                </a:solidFill>
                <a:latin typeface="Aptos Black" panose="020B0004020202020204" pitchFamily="34" charset="0"/>
              </a:rPr>
              <a:t>de personas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1181CA5-2FD6-0F62-106C-761EB1584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96581" y="2179872"/>
            <a:ext cx="2465254" cy="452069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B6A0C8A-C3D5-F223-782D-9B23D649A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08" y="2179872"/>
            <a:ext cx="2465254" cy="452069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036F59-A084-93B0-54B3-83AAA9C1F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01" y="1061201"/>
            <a:ext cx="3522598" cy="6459623"/>
          </a:xfrm>
          <a:prstGeom prst="rect">
            <a:avLst/>
          </a:prstGeom>
        </p:spPr>
      </p:pic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C67604D1-69D0-B828-A9EE-7A0A42F45756}"/>
              </a:ext>
            </a:extLst>
          </p:cNvPr>
          <p:cNvSpPr>
            <a:spLocks noGrp="1"/>
          </p:cNvSpPr>
          <p:nvPr/>
        </p:nvSpPr>
        <p:spPr>
          <a:xfrm>
            <a:off x="9409160" y="65747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0091A1EE-F048-7491-1A04-36A89CE1367C}"/>
              </a:ext>
            </a:extLst>
          </p:cNvPr>
          <p:cNvSpPr>
            <a:spLocks noGrp="1"/>
          </p:cNvSpPr>
          <p:nvPr/>
        </p:nvSpPr>
        <p:spPr>
          <a:xfrm>
            <a:off x="9456785" y="66509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Turnos Laborales</a:t>
            </a: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7F747BAE-ED31-5788-D092-47B22C528717}"/>
              </a:ext>
            </a:extLst>
          </p:cNvPr>
          <p:cNvSpPr>
            <a:spLocks noGrp="1"/>
          </p:cNvSpPr>
          <p:nvPr/>
        </p:nvSpPr>
        <p:spPr>
          <a:xfrm>
            <a:off x="1161336" y="65366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B39A25D-7D99-1C58-2BC9-37E7E1E20900}"/>
              </a:ext>
            </a:extLst>
          </p:cNvPr>
          <p:cNvSpPr>
            <a:spLocks noGrp="1"/>
          </p:cNvSpPr>
          <p:nvPr/>
        </p:nvSpPr>
        <p:spPr>
          <a:xfrm>
            <a:off x="1208961" y="66128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Inicio Sesión</a:t>
            </a:r>
          </a:p>
        </p:txBody>
      </p:sp>
    </p:spTree>
    <p:extLst>
      <p:ext uri="{BB962C8B-B14F-4D97-AF65-F5344CB8AC3E}">
        <p14:creationId xmlns:p14="http://schemas.microsoft.com/office/powerpoint/2010/main" val="164109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1C812-8E82-5C58-AF6C-81E459E6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A1939AC0-2CEE-39D6-2B6F-0ACA1C72C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581" y="2179872"/>
            <a:ext cx="2465254" cy="452069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7FC269F-3D65-D597-07D8-11FB743D6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45" y="2174895"/>
            <a:ext cx="2464417" cy="4519165"/>
          </a:xfrm>
          <a:prstGeom prst="rect">
            <a:avLst/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DF8C19A3-42FD-19FB-0B9F-9594F773E089}"/>
              </a:ext>
            </a:extLst>
          </p:cNvPr>
          <p:cNvSpPr>
            <a:spLocks noGrp="1"/>
          </p:cNvSpPr>
          <p:nvPr/>
        </p:nvSpPr>
        <p:spPr>
          <a:xfrm>
            <a:off x="-202251" y="-1814287"/>
            <a:ext cx="17708206" cy="8949871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1447800"/>
                </a:moveTo>
                <a:lnTo>
                  <a:pt x="6134100" y="1447800"/>
                </a:lnTo>
                <a:cubicBezTo>
                  <a:pt x="5048250" y="2124075"/>
                  <a:pt x="3762375" y="1333500"/>
                  <a:pt x="2667000" y="1885950"/>
                </a:cubicBezTo>
                <a:cubicBezTo>
                  <a:pt x="1476375" y="2524125"/>
                  <a:pt x="895350" y="3048000"/>
                  <a:pt x="0" y="305752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pPr algn="ctr"/>
            <a:endParaRPr lang="es-ES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25333435-2C8B-5B40-E9EB-91A90793FFFD}"/>
              </a:ext>
            </a:extLst>
          </p:cNvPr>
          <p:cNvSpPr>
            <a:spLocks noGrp="1"/>
          </p:cNvSpPr>
          <p:nvPr/>
        </p:nvSpPr>
        <p:spPr>
          <a:xfrm>
            <a:off x="-304800" y="-1814287"/>
            <a:ext cx="17708206" cy="8949871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3295650"/>
                </a:moveTo>
                <a:cubicBezTo>
                  <a:pt x="1457325" y="3333750"/>
                  <a:pt x="2000250" y="1838325"/>
                  <a:pt x="4000500" y="1714500"/>
                </a:cubicBezTo>
                <a:lnTo>
                  <a:pt x="5238750" y="1447800"/>
                </a:lnTo>
              </a:path>
            </a:pathLst>
          </a:custGeom>
          <a:noFill/>
          <a:ln w="38100">
            <a:solidFill>
              <a:srgbClr val="295740"/>
            </a:solidFill>
          </a:ln>
        </p:spPr>
        <p:txBody>
          <a:bodyPr/>
          <a:lstStyle/>
          <a:p>
            <a:pPr algn="ctr"/>
            <a:endParaRPr lang="es-ES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F617AD5-4512-7763-F69F-E565575A4DF3}"/>
              </a:ext>
            </a:extLst>
          </p:cNvPr>
          <p:cNvSpPr>
            <a:spLocks noGrp="1"/>
          </p:cNvSpPr>
          <p:nvPr/>
        </p:nvSpPr>
        <p:spPr>
          <a:xfrm>
            <a:off x="-304800" y="-1814287"/>
            <a:ext cx="17708206" cy="8949871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3609975"/>
                </a:moveTo>
                <a:cubicBezTo>
                  <a:pt x="1714500" y="3495675"/>
                  <a:pt x="2076450" y="1943100"/>
                  <a:pt x="4229100" y="1781175"/>
                </a:cubicBezTo>
                <a:lnTo>
                  <a:pt x="5524500" y="1447800"/>
                </a:lnTo>
              </a:path>
            </a:pathLst>
          </a:custGeom>
          <a:noFill/>
          <a:ln w="28575">
            <a:solidFill>
              <a:srgbClr val="B76340"/>
            </a:solidFill>
          </a:ln>
        </p:spPr>
        <p:txBody>
          <a:bodyPr/>
          <a:lstStyle/>
          <a:p>
            <a:pPr algn="ctr"/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BDE7E0-BED4-87A7-9F66-FE210FAFC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01" y="1061201"/>
            <a:ext cx="3522598" cy="645962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7969828-8D12-F6CF-4531-9E168E2D34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8650" y="49530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7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</a:t>
            </a:r>
            <a:r>
              <a:rPr lang="es-ES" sz="3750" b="1" noProof="1">
                <a:solidFill>
                  <a:srgbClr val="FFFFFF"/>
                </a:solidFill>
                <a:latin typeface="Aptos Black" panose="020B0004020202020204" pitchFamily="34" charset="0"/>
              </a:rPr>
              <a:t>día</a:t>
            </a:r>
            <a:r>
              <a:rPr lang="es-ES" sz="37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3750" b="1" noProof="1">
                <a:solidFill>
                  <a:schemeClr val="tx1"/>
                </a:solidFill>
                <a:latin typeface="Arial"/>
                <a:ea typeface="Arial"/>
                <a:cs typeface="Arial"/>
              </a:rPr>
              <a:t>en</a:t>
            </a:r>
            <a:r>
              <a:rPr lang="es-ES" sz="37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3750" b="1" noProof="1">
                <a:solidFill>
                  <a:schemeClr val="tx1"/>
                </a:solidFill>
                <a:latin typeface="Arial"/>
                <a:ea typeface="Arial"/>
                <a:cs typeface="Arial"/>
              </a:rPr>
              <a:t>el comercio</a:t>
            </a:r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B7CC8DAB-ED50-C150-5FD2-6CE3583BFA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01" y="1061201"/>
            <a:ext cx="3522598" cy="6459623"/>
          </a:xfrm>
          <a:prstGeom prst="rect">
            <a:avLst/>
          </a:prstGeom>
        </p:spPr>
      </p:pic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EFB1542B-9D5A-7CC1-8263-757A6AA61E7C}"/>
              </a:ext>
            </a:extLst>
          </p:cNvPr>
          <p:cNvSpPr>
            <a:spLocks noGrp="1"/>
          </p:cNvSpPr>
          <p:nvPr/>
        </p:nvSpPr>
        <p:spPr>
          <a:xfrm>
            <a:off x="9409160" y="65747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F83C10A-389B-1339-B503-230A4F67A1FC}"/>
              </a:ext>
            </a:extLst>
          </p:cNvPr>
          <p:cNvSpPr>
            <a:spLocks noGrp="1"/>
          </p:cNvSpPr>
          <p:nvPr/>
        </p:nvSpPr>
        <p:spPr>
          <a:xfrm>
            <a:off x="9456785" y="66509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Nueva Venta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8E42BF94-3C9F-7A74-3C9E-E30A88591B84}"/>
              </a:ext>
            </a:extLst>
          </p:cNvPr>
          <p:cNvSpPr>
            <a:spLocks noGrp="1"/>
          </p:cNvSpPr>
          <p:nvPr/>
        </p:nvSpPr>
        <p:spPr>
          <a:xfrm>
            <a:off x="1161336" y="65366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1C8088C-FF0C-F84E-483D-C092DD4F4B7D}"/>
              </a:ext>
            </a:extLst>
          </p:cNvPr>
          <p:cNvSpPr>
            <a:spLocks noGrp="1"/>
          </p:cNvSpPr>
          <p:nvPr/>
        </p:nvSpPr>
        <p:spPr>
          <a:xfrm>
            <a:off x="1208961" y="66128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Inventario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323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6EFC9F8-A6CE-43D5-866C-5923D2792D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266825"/>
                  <a:pt x="10048875" y="2724150"/>
                  <a:pt x="13106400" y="2543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1C7EC2E7-5482-4A34-AE2E-85808DF27D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038225"/>
                  <a:pt x="10001250" y="2352675"/>
                  <a:pt x="13106400" y="2162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11691FCE-C8B8-4B64-A07B-BE5848C8FA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57750"/>
                </a:moveTo>
                <a:cubicBezTo>
                  <a:pt x="1752600" y="4667250"/>
                  <a:pt x="3390900" y="5334000"/>
                  <a:pt x="4143375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67CBE92A-F502-4201-8DBD-67BD26EA34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67275"/>
                </a:moveTo>
                <a:cubicBezTo>
                  <a:pt x="1743075" y="4667250"/>
                  <a:pt x="3286125" y="5476875"/>
                  <a:pt x="3924300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5DC3A2-14DF-4F66-A948-30E1FD109656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112395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3675" b="1" noProof="1">
                <a:solidFill>
                  <a:srgbClr val="111111"/>
                </a:solidFill>
                <a:latin typeface="Aptos Black" panose="020B0004020202020204" pitchFamily="34" charset="0"/>
              </a:rPr>
              <a:t>¿Cómo funciona por dentro?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48A5FAD-6B71-4F78-BC41-51679DD90C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3400" y="1400175"/>
            <a:ext cx="3381375" cy="2143125"/>
          </a:xfrm>
          <a:prstGeom prst="roundRect">
            <a:avLst>
              <a:gd name="adj" fmla="val 9778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CCA857C-ACDA-472C-B7DC-62D37F2C8A2B}"/>
              </a:ext>
            </a:extLst>
          </p:cNvPr>
          <p:cNvSpPr>
            <a:spLocks noGrp="1"/>
          </p:cNvSpPr>
          <p:nvPr/>
        </p:nvSpPr>
        <p:spPr>
          <a:xfrm>
            <a:off x="4857750" y="1400175"/>
            <a:ext cx="3381375" cy="2143125"/>
          </a:xfrm>
          <a:prstGeom prst="roundRect">
            <a:avLst>
              <a:gd name="adj" fmla="val 9778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03A147A-7C77-4B6B-9796-670B1519D5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91625" y="1400175"/>
            <a:ext cx="3381375" cy="2143125"/>
          </a:xfrm>
          <a:prstGeom prst="roundRect">
            <a:avLst>
              <a:gd name="adj" fmla="val 9778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33E4921B-08A4-40CF-BED3-E0426D7D3238}"/>
              </a:ext>
            </a:extLst>
          </p:cNvPr>
          <p:cNvSpPr>
            <a:spLocks noGrp="1"/>
          </p:cNvSpPr>
          <p:nvPr/>
        </p:nvSpPr>
        <p:spPr>
          <a:xfrm>
            <a:off x="733425" y="2524125"/>
            <a:ext cx="3000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Frontend: lo que vemos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33284E38-F214-473C-8231-29667FDD853B}"/>
              </a:ext>
            </a:extLst>
          </p:cNvPr>
          <p:cNvSpPr>
            <a:spLocks noGrp="1"/>
          </p:cNvSpPr>
          <p:nvPr/>
        </p:nvSpPr>
        <p:spPr>
          <a:xfrm>
            <a:off x="733425" y="2962275"/>
            <a:ext cx="3000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React Native + Expo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B9676681-7B14-4EEB-9F44-409D6C544CF0}"/>
              </a:ext>
            </a:extLst>
          </p:cNvPr>
          <p:cNvSpPr>
            <a:spLocks noGrp="1"/>
          </p:cNvSpPr>
          <p:nvPr/>
        </p:nvSpPr>
        <p:spPr>
          <a:xfrm>
            <a:off x="5010150" y="2390775"/>
            <a:ext cx="3076575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Backend: donde se</a:t>
            </a:r>
          </a:p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procesan las operaciones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736F45AB-93D9-4525-ADA6-48C527D18DF5}"/>
              </a:ext>
            </a:extLst>
          </p:cNvPr>
          <p:cNvSpPr>
            <a:spLocks noGrp="1"/>
          </p:cNvSpPr>
          <p:nvPr/>
        </p:nvSpPr>
        <p:spPr>
          <a:xfrm>
            <a:off x="5010150" y="3133725"/>
            <a:ext cx="30765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Node.js + Express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06109959-EF31-42AF-8657-E381A0729295}"/>
              </a:ext>
            </a:extLst>
          </p:cNvPr>
          <p:cNvSpPr>
            <a:spLocks noGrp="1"/>
          </p:cNvSpPr>
          <p:nvPr/>
        </p:nvSpPr>
        <p:spPr>
          <a:xfrm>
            <a:off x="9324975" y="2390775"/>
            <a:ext cx="3114675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Base de datos: donde se</a:t>
            </a:r>
          </a:p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guarda la información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325DD3E4-5DDE-488D-8F04-1C18B9FD49CD}"/>
              </a:ext>
            </a:extLst>
          </p:cNvPr>
          <p:cNvSpPr>
            <a:spLocks noGrp="1"/>
          </p:cNvSpPr>
          <p:nvPr/>
        </p:nvSpPr>
        <p:spPr>
          <a:xfrm>
            <a:off x="9324975" y="3133725"/>
            <a:ext cx="31146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88" name="Flecha: a la derecha 87">
            <a:extLst>
              <a:ext uri="{FF2B5EF4-FFF2-40B4-BE49-F238E27FC236}">
                <a16:creationId xmlns:a16="http://schemas.microsoft.com/office/drawing/2014/main" id="{0B646F47-746C-4801-99AA-3265AAE44E1E}"/>
              </a:ext>
            </a:extLst>
          </p:cNvPr>
          <p:cNvSpPr>
            <a:spLocks noGrp="1"/>
          </p:cNvSpPr>
          <p:nvPr/>
        </p:nvSpPr>
        <p:spPr>
          <a:xfrm>
            <a:off x="4000500" y="2286000"/>
            <a:ext cx="762000" cy="3333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9" name="Flecha: a la derecha 88">
            <a:extLst>
              <a:ext uri="{FF2B5EF4-FFF2-40B4-BE49-F238E27FC236}">
                <a16:creationId xmlns:a16="http://schemas.microsoft.com/office/drawing/2014/main" id="{2342996B-E0B0-42B0-B2A7-94ED3E4AE3BD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762000" cy="3333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0" name="Flecha: a la derecha 89">
            <a:extLst>
              <a:ext uri="{FF2B5EF4-FFF2-40B4-BE49-F238E27FC236}">
                <a16:creationId xmlns:a16="http://schemas.microsoft.com/office/drawing/2014/main" id="{3070647B-7418-4ECE-9343-7162499F0E88}"/>
              </a:ext>
            </a:extLst>
          </p:cNvPr>
          <p:cNvSpPr>
            <a:spLocks noGrp="1"/>
          </p:cNvSpPr>
          <p:nvPr/>
        </p:nvSpPr>
        <p:spPr>
          <a:xfrm>
            <a:off x="542925" y="3743325"/>
            <a:ext cx="12020550" cy="323850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92FECF78-91D8-4BB4-9BCB-C1BB621178EE}"/>
              </a:ext>
            </a:extLst>
          </p:cNvPr>
          <p:cNvSpPr>
            <a:spLocks noGrp="1"/>
          </p:cNvSpPr>
          <p:nvPr/>
        </p:nvSpPr>
        <p:spPr>
          <a:xfrm>
            <a:off x="533400" y="4133850"/>
            <a:ext cx="33813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El empleado confirma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una venta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86A4B69C-596A-4BAC-A341-738D841CF023}"/>
              </a:ext>
            </a:extLst>
          </p:cNvPr>
          <p:cNvSpPr>
            <a:spLocks noGrp="1"/>
          </p:cNvSpPr>
          <p:nvPr/>
        </p:nvSpPr>
        <p:spPr>
          <a:xfrm>
            <a:off x="4857750" y="4133850"/>
            <a:ext cx="33813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Se procesa la operación</a:t>
            </a:r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230A5554-1C66-4B49-9733-B033AA8274AC}"/>
              </a:ext>
            </a:extLst>
          </p:cNvPr>
          <p:cNvSpPr>
            <a:spLocks noGrp="1"/>
          </p:cNvSpPr>
          <p:nvPr/>
        </p:nvSpPr>
        <p:spPr>
          <a:xfrm>
            <a:off x="9191625" y="4133850"/>
            <a:ext cx="33813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 </a:t>
            </a: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guardan</a:t>
            </a:r>
            <a:r>
              <a:rPr lang="es-ES" sz="20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la venta y las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nuevas cantidades</a:t>
            </a: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4D88B350-692F-4024-8605-E1E74DCE1665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5781675" cy="1733550"/>
          </a:xfrm>
          <a:prstGeom prst="roundRect">
            <a:avLst>
              <a:gd name="adj" fmla="val 12088"/>
            </a:avLst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6F9A9E89-05A5-4D6F-ADCD-54BF35FB2E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925" y="5095875"/>
            <a:ext cx="5772150" cy="1704975"/>
          </a:xfrm>
          <a:prstGeom prst="roundRect">
            <a:avLst>
              <a:gd name="adj" fmla="val 12291"/>
            </a:avLst>
          </a:prstGeom>
          <a:solidFill>
            <a:srgbClr val="F5F1E5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0612EE38-2BFA-46FC-97E5-9FA36DA6260B}"/>
              </a:ext>
            </a:extLst>
          </p:cNvPr>
          <p:cNvSpPr>
            <a:spLocks noGrp="1"/>
          </p:cNvSpPr>
          <p:nvPr/>
        </p:nvSpPr>
        <p:spPr>
          <a:xfrm>
            <a:off x="876300" y="5343525"/>
            <a:ext cx="33718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1" noProof="1">
                <a:solidFill>
                  <a:srgbClr val="111111"/>
                </a:solidFill>
                <a:latin typeface="Aptos" panose="020B0004020202020204" pitchFamily="34" charset="0"/>
              </a:rPr>
              <a:t>Accesibilidad y uso</a:t>
            </a:r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38778C27-1CCF-4203-A671-6FAC7BDA423E}"/>
              </a:ext>
            </a:extLst>
          </p:cNvPr>
          <p:cNvSpPr>
            <a:spLocks noGrp="1"/>
          </p:cNvSpPr>
          <p:nvPr/>
        </p:nvSpPr>
        <p:spPr>
          <a:xfrm>
            <a:off x="876300" y="5758797"/>
            <a:ext cx="3381375" cy="895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Botones que guían · Pantallas</a:t>
            </a:r>
          </a:p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consistentes · Tipografía clara ·</a:t>
            </a:r>
          </a:p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Textos breves</a:t>
            </a:r>
          </a:p>
        </p:txBody>
      </p: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6D074DDA-8205-42D0-A6CA-BDD8419A0EEA}"/>
              </a:ext>
            </a:extLst>
          </p:cNvPr>
          <p:cNvSpPr>
            <a:spLocks noGrp="1"/>
          </p:cNvSpPr>
          <p:nvPr/>
        </p:nvSpPr>
        <p:spPr>
          <a:xfrm>
            <a:off x="6943725" y="5219700"/>
            <a:ext cx="5753100" cy="1733550"/>
          </a:xfrm>
          <a:prstGeom prst="roundRect">
            <a:avLst>
              <a:gd name="adj" fmla="val 12088"/>
            </a:avLst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1" name="Rectángulo: esquinas redondeadas 130">
            <a:extLst>
              <a:ext uri="{FF2B5EF4-FFF2-40B4-BE49-F238E27FC236}">
                <a16:creationId xmlns:a16="http://schemas.microsoft.com/office/drawing/2014/main" id="{44B7C42E-E330-4C46-9FF6-4C3E4F9EE8A7}"/>
              </a:ext>
            </a:extLst>
          </p:cNvPr>
          <p:cNvSpPr>
            <a:spLocks noGrp="1"/>
          </p:cNvSpPr>
          <p:nvPr/>
        </p:nvSpPr>
        <p:spPr>
          <a:xfrm>
            <a:off x="6810375" y="5095875"/>
            <a:ext cx="5743575" cy="1704975"/>
          </a:xfrm>
          <a:prstGeom prst="roundRect">
            <a:avLst>
              <a:gd name="adj" fmla="val 12291"/>
            </a:avLst>
          </a:prstGeom>
          <a:solidFill>
            <a:srgbClr val="F5F1E5"/>
          </a:solidFill>
          <a:ln w="23813">
            <a:solidFill>
              <a:srgbClr val="2C5E9B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0DE915B4-E396-488C-9D3B-593495E92351}"/>
              </a:ext>
            </a:extLst>
          </p:cNvPr>
          <p:cNvSpPr>
            <a:spLocks noGrp="1"/>
          </p:cNvSpPr>
          <p:nvPr/>
        </p:nvSpPr>
        <p:spPr>
          <a:xfrm>
            <a:off x="7134225" y="53435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1" noProof="1">
                <a:solidFill>
                  <a:srgbClr val="111111"/>
                </a:solidFill>
                <a:latin typeface="Aptos" panose="020B0004020202020204" pitchFamily="34" charset="0"/>
              </a:rPr>
              <a:t>Ética e impacto social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D07E09D3-825C-4C5E-83E4-8D120A5A32BE}"/>
              </a:ext>
            </a:extLst>
          </p:cNvPr>
          <p:cNvSpPr>
            <a:spLocks noGrp="1"/>
          </p:cNvSpPr>
          <p:nvPr/>
        </p:nvSpPr>
        <p:spPr>
          <a:xfrm>
            <a:off x="7134225" y="579120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Herramientas para comercios ·</a:t>
            </a:r>
          </a:p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Autonomía para decidir · Cuidado de los datos</a:t>
            </a:r>
          </a:p>
        </p:txBody>
      </p:sp>
      <p:pic>
        <p:nvPicPr>
          <p:cNvPr id="140" name="Imagen 139">
            <a:extLst>
              <a:ext uri="{FF2B5EF4-FFF2-40B4-BE49-F238E27FC236}">
                <a16:creationId xmlns:a16="http://schemas.microsoft.com/office/drawing/2014/main" id="{51F3C592-4643-B68F-88A1-62AE6BFCA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618" y="1323975"/>
            <a:ext cx="1225164" cy="1225164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63C747F4-FBE0-FB0E-6FEC-74CC26AD2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340" y="1480929"/>
            <a:ext cx="673944" cy="862221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B9368089-D570-8E98-1517-A1567BB00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94" y="1465932"/>
            <a:ext cx="973385" cy="973385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7D7C10A6-3BEB-8C39-1728-F775360D8D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166" y="5102124"/>
            <a:ext cx="1790860" cy="16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834B484-28F8-48C1-B055-88669473BC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266825"/>
                  <a:pt x="10048875" y="2724150"/>
                  <a:pt x="13106400" y="2543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0D2E0AD6-0AC2-4013-B649-D630EEF935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038225"/>
                  <a:pt x="10001250" y="2352675"/>
                  <a:pt x="13106400" y="2162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7120684-F352-45BC-BE15-587607E293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57750"/>
                </a:moveTo>
                <a:cubicBezTo>
                  <a:pt x="1752600" y="4667250"/>
                  <a:pt x="3390900" y="5334000"/>
                  <a:pt x="4143375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794942DA-C43E-4972-AB3F-D60FF6647C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67275"/>
                </a:moveTo>
                <a:cubicBezTo>
                  <a:pt x="1743075" y="4667250"/>
                  <a:pt x="3286125" y="5476875"/>
                  <a:pt x="3924300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E7E217-B77B-4F39-A798-0CF1861E1DCF}"/>
              </a:ext>
            </a:extLst>
          </p:cNvPr>
          <p:cNvSpPr>
            <a:spLocks noGrp="1"/>
          </p:cNvSpPr>
          <p:nvPr/>
        </p:nvSpPr>
        <p:spPr>
          <a:xfrm>
            <a:off x="542925" y="504825"/>
            <a:ext cx="1152525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3675" b="1" noProof="1">
                <a:solidFill>
                  <a:srgbClr val="111111"/>
                </a:solidFill>
                <a:latin typeface="Aptos Black" panose="020B0004020202020204" pitchFamily="34" charset="0"/>
              </a:rPr>
              <a:t>Conclusiones y futuro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A99876E-9045-47CD-91B0-A28BD241EFEB}"/>
              </a:ext>
            </a:extLst>
          </p:cNvPr>
          <p:cNvSpPr>
            <a:spLocks noGrp="1"/>
          </p:cNvSpPr>
          <p:nvPr/>
        </p:nvSpPr>
        <p:spPr>
          <a:xfrm>
            <a:off x="695325" y="1543050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09C6EA2-49C7-4170-977D-E61875B48E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925" y="1400175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EAEEF41-24B0-471B-955F-25FBEF1E33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0600" y="1543050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7D8E97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363D6FF-0459-4E56-B9B7-64779BE82C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48200" y="1400175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9FB32F6-E3DF-48AB-AA4A-4DCB0C181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05875" y="1543050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2957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99BD451-1359-4D38-9F81-A4A32608CA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53475" y="1400175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0AF6FF0B-3FBE-4BD5-ADBF-935EDFACB217}"/>
              </a:ext>
            </a:extLst>
          </p:cNvPr>
          <p:cNvSpPr>
            <a:spLocks noGrp="1"/>
          </p:cNvSpPr>
          <p:nvPr/>
        </p:nvSpPr>
        <p:spPr>
          <a:xfrm>
            <a:off x="714375" y="2505075"/>
            <a:ext cx="34385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700" b="1" noProof="1">
                <a:solidFill>
                  <a:srgbClr val="111111"/>
                </a:solidFill>
                <a:latin typeface="Aptos" panose="020B0004020202020204" pitchFamily="34" charset="0"/>
              </a:rPr>
              <a:t>Impacto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6D025AA6-0F42-411E-B6AC-ADCF30E516EA}"/>
              </a:ext>
            </a:extLst>
          </p:cNvPr>
          <p:cNvSpPr>
            <a:spLocks noGrp="1"/>
          </p:cNvSpPr>
          <p:nvPr/>
        </p:nvSpPr>
        <p:spPr>
          <a:xfrm>
            <a:off x="4819650" y="2505075"/>
            <a:ext cx="34385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700" b="1" noProof="1">
                <a:solidFill>
                  <a:srgbClr val="111111"/>
                </a:solidFill>
                <a:latin typeface="Aptos" panose="020B0004020202020204" pitchFamily="34" charset="0"/>
              </a:rPr>
              <a:t>Limitaciones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575369F3-74F2-4DF0-B013-5E03626C0CCD}"/>
              </a:ext>
            </a:extLst>
          </p:cNvPr>
          <p:cNvSpPr>
            <a:spLocks noGrp="1"/>
          </p:cNvSpPr>
          <p:nvPr/>
        </p:nvSpPr>
        <p:spPr>
          <a:xfrm>
            <a:off x="8924925" y="2505075"/>
            <a:ext cx="34385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700" b="1" noProof="1">
                <a:solidFill>
                  <a:srgbClr val="111111"/>
                </a:solidFill>
                <a:latin typeface="Aptos" panose="020B0004020202020204" pitchFamily="34" charset="0"/>
              </a:rPr>
              <a:t>Futura versión</a:t>
            </a:r>
          </a:p>
        </p:txBody>
      </p:sp>
      <p:sp>
        <p:nvSpPr>
          <p:cNvPr id="112" name="Elipse 111">
            <a:extLst>
              <a:ext uri="{FF2B5EF4-FFF2-40B4-BE49-F238E27FC236}">
                <a16:creationId xmlns:a16="http://schemas.microsoft.com/office/drawing/2014/main" id="{C3CA19FF-CBCE-40DC-B232-3DDF5E55622F}"/>
              </a:ext>
            </a:extLst>
          </p:cNvPr>
          <p:cNvSpPr>
            <a:spLocks noGrp="1"/>
          </p:cNvSpPr>
          <p:nvPr/>
        </p:nvSpPr>
        <p:spPr>
          <a:xfrm>
            <a:off x="1000125" y="3257550"/>
            <a:ext cx="342900" cy="342900"/>
          </a:xfrm>
          <a:prstGeom prst="ellipse">
            <a:avLst/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07360CF9-EC68-49C5-B965-84F996FAAEDB}"/>
              </a:ext>
            </a:extLst>
          </p:cNvPr>
          <p:cNvSpPr>
            <a:spLocks noGrp="1"/>
          </p:cNvSpPr>
          <p:nvPr/>
        </p:nvSpPr>
        <p:spPr>
          <a:xfrm>
            <a:off x="1057275" y="327660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9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9243A3C7-54E3-45C1-8894-C4146AB24FC0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Información</a:t>
            </a:r>
          </a:p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reunida</a:t>
            </a: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EE43FDE9-6793-40C3-B866-ECDE592D5F81}"/>
              </a:ext>
            </a:extLst>
          </p:cNvPr>
          <p:cNvSpPr>
            <a:spLocks noGrp="1"/>
          </p:cNvSpPr>
          <p:nvPr/>
        </p:nvSpPr>
        <p:spPr>
          <a:xfrm>
            <a:off x="5114925" y="32575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pPr>
            <a:r>
              <a:rPr lang="es-ES" sz="2550" b="0" noProof="1">
                <a:solidFill>
                  <a:srgbClr val="7D8E97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DBA180FB-1D07-4217-ABBD-B8CF12187C88}"/>
              </a:ext>
            </a:extLst>
          </p:cNvPr>
          <p:cNvSpPr>
            <a:spLocks noGrp="1"/>
          </p:cNvSpPr>
          <p:nvPr/>
        </p:nvSpPr>
        <p:spPr>
          <a:xfrm>
            <a:off x="5600700" y="3257550"/>
            <a:ext cx="26384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Sin separación por</a:t>
            </a:r>
          </a:p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comercio</a:t>
            </a:r>
          </a:p>
        </p:txBody>
      </p:sp>
      <p:sp>
        <p:nvSpPr>
          <p:cNvPr id="117" name="Elipse 116">
            <a:extLst>
              <a:ext uri="{FF2B5EF4-FFF2-40B4-BE49-F238E27FC236}">
                <a16:creationId xmlns:a16="http://schemas.microsoft.com/office/drawing/2014/main" id="{6A66BC21-AF6C-4FFD-B928-7376112BBC89}"/>
              </a:ext>
            </a:extLst>
          </p:cNvPr>
          <p:cNvSpPr>
            <a:spLocks noGrp="1"/>
          </p:cNvSpPr>
          <p:nvPr/>
        </p:nvSpPr>
        <p:spPr>
          <a:xfrm>
            <a:off x="1000125" y="4191000"/>
            <a:ext cx="342900" cy="342900"/>
          </a:xfrm>
          <a:prstGeom prst="ellipse">
            <a:avLst/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8653370D-31FA-4CEE-A7EE-C4204F9FBE52}"/>
              </a:ext>
            </a:extLst>
          </p:cNvPr>
          <p:cNvSpPr>
            <a:spLocks noGrp="1"/>
          </p:cNvSpPr>
          <p:nvPr/>
        </p:nvSpPr>
        <p:spPr>
          <a:xfrm>
            <a:off x="1057275" y="42100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9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EEBE9B61-752F-4FE4-AC3E-D08E84E5FAD3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Continuidad entre</a:t>
            </a:r>
          </a:p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turnos</a:t>
            </a:r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9655409C-E53E-456E-91CA-7245EBDE8C5F}"/>
              </a:ext>
            </a:extLst>
          </p:cNvPr>
          <p:cNvSpPr>
            <a:spLocks noGrp="1"/>
          </p:cNvSpPr>
          <p:nvPr/>
        </p:nvSpPr>
        <p:spPr>
          <a:xfrm>
            <a:off x="5114925" y="419100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pPr>
            <a:r>
              <a:rPr lang="es-ES" sz="2550" b="0" noProof="1">
                <a:solidFill>
                  <a:srgbClr val="7D8E97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A681578A-6936-4E97-845C-2219282508F8}"/>
              </a:ext>
            </a:extLst>
          </p:cNvPr>
          <p:cNvSpPr>
            <a:spLocks noGrp="1"/>
          </p:cNvSpPr>
          <p:nvPr/>
        </p:nvSpPr>
        <p:spPr>
          <a:xfrm>
            <a:off x="5600700" y="4191000"/>
            <a:ext cx="26384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Funciones con</a:t>
            </a:r>
          </a:p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alcance inicial</a:t>
            </a:r>
          </a:p>
        </p:txBody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6CC3B63E-8F08-4525-98B5-949105AE1F0B}"/>
              </a:ext>
            </a:extLst>
          </p:cNvPr>
          <p:cNvSpPr>
            <a:spLocks noGrp="1"/>
          </p:cNvSpPr>
          <p:nvPr/>
        </p:nvSpPr>
        <p:spPr>
          <a:xfrm>
            <a:off x="1000125" y="5124450"/>
            <a:ext cx="342900" cy="342900"/>
          </a:xfrm>
          <a:prstGeom prst="ellipse">
            <a:avLst/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C26B56AE-B601-45B9-8B1C-E7E6C1728816}"/>
              </a:ext>
            </a:extLst>
          </p:cNvPr>
          <p:cNvSpPr>
            <a:spLocks noGrp="1"/>
          </p:cNvSpPr>
          <p:nvPr/>
        </p:nvSpPr>
        <p:spPr>
          <a:xfrm>
            <a:off x="1057275" y="514350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9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3ED5C548-59AA-474F-9916-80B264178634}"/>
              </a:ext>
            </a:extLst>
          </p:cNvPr>
          <p:cNvSpPr>
            <a:spLocks noGrp="1"/>
          </p:cNvSpPr>
          <p:nvPr/>
        </p:nvSpPr>
        <p:spPr>
          <a:xfrm>
            <a:off x="1524000" y="51244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Gestión desde el</a:t>
            </a:r>
          </a:p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celular</a:t>
            </a:r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FBDD1A03-BDF5-4353-9B69-2D45E3CAD149}"/>
              </a:ext>
            </a:extLst>
          </p:cNvPr>
          <p:cNvSpPr>
            <a:spLocks noGrp="1"/>
          </p:cNvSpPr>
          <p:nvPr/>
        </p:nvSpPr>
        <p:spPr>
          <a:xfrm>
            <a:off x="5114925" y="51244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pPr>
            <a:r>
              <a:rPr lang="es-ES" sz="2550" b="0" noProof="1">
                <a:solidFill>
                  <a:srgbClr val="7D8E97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8982565B-F168-4D9A-8081-C0E30ADD151F}"/>
              </a:ext>
            </a:extLst>
          </p:cNvPr>
          <p:cNvSpPr>
            <a:spLocks noGrp="1"/>
          </p:cNvSpPr>
          <p:nvPr/>
        </p:nvSpPr>
        <p:spPr>
          <a:xfrm>
            <a:off x="5600700" y="5124450"/>
            <a:ext cx="26384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Sin modo de trabajo</a:t>
            </a:r>
          </a:p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offline</a:t>
            </a:r>
          </a:p>
        </p:txBody>
      </p:sp>
      <p:sp>
        <p:nvSpPr>
          <p:cNvPr id="127" name="Rectángulo: esquinas redondeadas 126">
            <a:extLst>
              <a:ext uri="{FF2B5EF4-FFF2-40B4-BE49-F238E27FC236}">
                <a16:creationId xmlns:a16="http://schemas.microsoft.com/office/drawing/2014/main" id="{3295FD34-DE28-4AB4-921F-D1883E25C2C9}"/>
              </a:ext>
            </a:extLst>
          </p:cNvPr>
          <p:cNvSpPr>
            <a:spLocks noGrp="1"/>
          </p:cNvSpPr>
          <p:nvPr/>
        </p:nvSpPr>
        <p:spPr>
          <a:xfrm>
            <a:off x="9124950" y="3095625"/>
            <a:ext cx="3257550" cy="1362075"/>
          </a:xfrm>
          <a:prstGeom prst="roundRect">
            <a:avLst>
              <a:gd name="adj" fmla="val 15385"/>
            </a:avLst>
          </a:prstGeom>
          <a:solidFill>
            <a:srgbClr val="2957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3B148779-2E6B-4E65-A05F-862303082A68}"/>
              </a:ext>
            </a:extLst>
          </p:cNvPr>
          <p:cNvSpPr>
            <a:spLocks noGrp="1"/>
          </p:cNvSpPr>
          <p:nvPr/>
        </p:nvSpPr>
        <p:spPr>
          <a:xfrm>
            <a:off x="9001125" y="2990850"/>
            <a:ext cx="3276600" cy="1362075"/>
          </a:xfrm>
          <a:prstGeom prst="roundRect">
            <a:avLst>
              <a:gd name="adj" fmla="val 15385"/>
            </a:avLst>
          </a:prstGeom>
          <a:solidFill>
            <a:srgbClr val="F5F1E5"/>
          </a:solidFill>
          <a:ln w="23813">
            <a:solidFill>
              <a:srgbClr val="2957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A06561C1-388C-407D-A358-516F24AF1F80}"/>
              </a:ext>
            </a:extLst>
          </p:cNvPr>
          <p:cNvSpPr>
            <a:spLocks noGrp="1"/>
          </p:cNvSpPr>
          <p:nvPr/>
        </p:nvSpPr>
        <p:spPr>
          <a:xfrm>
            <a:off x="9124950" y="3190875"/>
            <a:ext cx="3048000" cy="1057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3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 de datos propia</a:t>
            </a:r>
          </a:p>
          <a:p>
            <a:pPr algn="ctr">
              <a:lnSpc>
                <a:spcPct val="105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3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 cada comercio:</a:t>
            </a:r>
          </a:p>
          <a:p>
            <a:pPr algn="ctr">
              <a:lnSpc>
                <a:spcPct val="105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3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 tenant</a:t>
            </a:r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621AD1C0-F799-47D1-A815-6626CE3B9E19}"/>
              </a:ext>
            </a:extLst>
          </p:cNvPr>
          <p:cNvSpPr>
            <a:spLocks noGrp="1"/>
          </p:cNvSpPr>
          <p:nvPr/>
        </p:nvSpPr>
        <p:spPr>
          <a:xfrm>
            <a:off x="9077325" y="4657725"/>
            <a:ext cx="33051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1" noProof="1">
                <a:solidFill>
                  <a:srgbClr val="111111"/>
                </a:solidFill>
                <a:latin typeface="Aptos" panose="020B0004020202020204" pitchFamily="34" charset="0"/>
              </a:rPr>
              <a:t>Mejora</a:t>
            </a:r>
            <a:r>
              <a:rPr lang="es-ES" sz="157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las funciones actuales:</a:t>
            </a:r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F18BCB26-2F61-4B75-97DA-2946D08A9B98}"/>
              </a:ext>
            </a:extLst>
          </p:cNvPr>
          <p:cNvSpPr>
            <a:spLocks noGrp="1"/>
          </p:cNvSpPr>
          <p:nvPr/>
        </p:nvSpPr>
        <p:spPr>
          <a:xfrm>
            <a:off x="9124950" y="50006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pPr>
            <a:r>
              <a:rPr lang="es-ES" sz="2625" b="0" noProof="1">
                <a:solidFill>
                  <a:srgbClr val="29574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9252728D-7E6F-4F4B-8F0F-C324B5F48C45}"/>
              </a:ext>
            </a:extLst>
          </p:cNvPr>
          <p:cNvSpPr>
            <a:spLocks noGrp="1"/>
          </p:cNvSpPr>
          <p:nvPr/>
        </p:nvSpPr>
        <p:spPr>
          <a:xfrm>
            <a:off x="9505950" y="5048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0" noProof="1">
                <a:solidFill>
                  <a:srgbClr val="111111"/>
                </a:solidFill>
                <a:latin typeface="Aptos" panose="020B0004020202020204" pitchFamily="34" charset="0"/>
              </a:rPr>
              <a:t>Escaneo de códigos SKU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0E34C4F6-B057-4FD5-94D4-087206465EF6}"/>
              </a:ext>
            </a:extLst>
          </p:cNvPr>
          <p:cNvSpPr>
            <a:spLocks noGrp="1"/>
          </p:cNvSpPr>
          <p:nvPr/>
        </p:nvSpPr>
        <p:spPr>
          <a:xfrm>
            <a:off x="9124950" y="5372100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pPr>
            <a:r>
              <a:rPr lang="es-ES" sz="2625" b="0" noProof="1">
                <a:solidFill>
                  <a:srgbClr val="29574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BB8A2C3E-8831-44EF-9A82-62BF8BD87C06}"/>
              </a:ext>
            </a:extLst>
          </p:cNvPr>
          <p:cNvSpPr>
            <a:spLocks noGrp="1"/>
          </p:cNvSpPr>
          <p:nvPr/>
        </p:nvSpPr>
        <p:spPr>
          <a:xfrm>
            <a:off x="9505950" y="54197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0" noProof="1">
                <a:solidFill>
                  <a:srgbClr val="111111"/>
                </a:solidFill>
                <a:latin typeface="Aptos" panose="020B0004020202020204" pitchFamily="34" charset="0"/>
              </a:rPr>
              <a:t>Operaciones sin conexión</a:t>
            </a:r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CB237C1C-E976-4DBC-BFAF-F634685E6295}"/>
              </a:ext>
            </a:extLst>
          </p:cNvPr>
          <p:cNvSpPr>
            <a:spLocks noGrp="1"/>
          </p:cNvSpPr>
          <p:nvPr/>
        </p:nvSpPr>
        <p:spPr>
          <a:xfrm>
            <a:off x="9124950" y="574357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pPr>
            <a:r>
              <a:rPr lang="es-ES" sz="2625" b="0" noProof="1">
                <a:solidFill>
                  <a:srgbClr val="29574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0CB6B244-76D2-436A-BE8A-E35ED28DE283}"/>
              </a:ext>
            </a:extLst>
          </p:cNvPr>
          <p:cNvSpPr>
            <a:spLocks noGrp="1"/>
          </p:cNvSpPr>
          <p:nvPr/>
        </p:nvSpPr>
        <p:spPr>
          <a:xfrm>
            <a:off x="9505950" y="57912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0" noProof="1">
                <a:solidFill>
                  <a:srgbClr val="111111"/>
                </a:solidFill>
                <a:latin typeface="Aptos" panose="020B0004020202020204" pitchFamily="34" charset="0"/>
              </a:rPr>
              <a:t>Productos sin ventas recientes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63951CA2-1C09-423A-B463-D95C3567CF5D}"/>
              </a:ext>
            </a:extLst>
          </p:cNvPr>
          <p:cNvSpPr>
            <a:spLocks noGrp="1"/>
          </p:cNvSpPr>
          <p:nvPr/>
        </p:nvSpPr>
        <p:spPr>
          <a:xfrm>
            <a:off x="4343400" y="6657975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3150" b="1" noProof="1">
                <a:solidFill>
                  <a:srgbClr val="111111"/>
                </a:solidFill>
                <a:latin typeface="Aptos" panose="020B0004020202020204" pitchFamily="34" charset="0"/>
              </a:rPr>
              <a:t>Gracias · ¿Preguntas?</a:t>
            </a:r>
          </a:p>
        </p:txBody>
      </p:sp>
      <p:pic>
        <p:nvPicPr>
          <p:cNvPr id="140" name="Imagen 139">
            <a:extLst>
              <a:ext uri="{FF2B5EF4-FFF2-40B4-BE49-F238E27FC236}">
                <a16:creationId xmlns:a16="http://schemas.microsoft.com/office/drawing/2014/main" id="{0FF93AEC-C9C9-826D-F5D5-5A0C76558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75" y="1588405"/>
            <a:ext cx="871315" cy="87131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AD88F417-35F9-8FB0-642B-3422DA733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660" y="1561375"/>
            <a:ext cx="924503" cy="881787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31F3642D-D566-4C51-51A8-A97675D54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188" y="1622790"/>
            <a:ext cx="1221448" cy="946965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A9135C43-1EC7-A074-8A3E-9196B39361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632" y="5557837"/>
            <a:ext cx="2100263" cy="21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001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DocSecurity>0</DocSecurity>
  <PresentationFormat>Personalizado</PresentationFormat>
  <Paragraphs>136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ExtraBold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Lautaro Flor</cp:lastModifiedBy>
  <cp:revision>1</cp:revision>
  <dcterms:created xsi:type="dcterms:W3CDTF">2026-10-30T02:34:35Z</dcterms:created>
  <dcterms:modified xsi:type="dcterms:W3CDTF">2026-10-30T04:36:33Z</dcterms:modified>
</cp:coreProperties>
</file>